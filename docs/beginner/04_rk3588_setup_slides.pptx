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1dbf3c844a4680" /><Relationship Type="http://schemas.openxmlformats.org/officeDocument/2006/relationships/extended-properties" Target="/docProps/app.xml" Id="R42851ce572144aee" /><Relationship Type="http://schemas.openxmlformats.org/officeDocument/2006/relationships/officeDocument" Target="/ppt/presentation.xml" Id="R4e545e9c831d43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d3b52813c24492"/>
  </p:sldMasterIdLst>
  <p:notesMasterIdLst>
    <p:notesMasterId xmlns:r="http://schemas.openxmlformats.org/officeDocument/2006/relationships" r:id="R68ecba8375cf46b0"/>
  </p:notesMasterIdLst>
  <p:sldIdLst>
    <p:sldId xmlns:r="http://schemas.openxmlformats.org/officeDocument/2006/relationships" id="256" r:id="Rf95e2975fabc4427"/>
    <p:sldId xmlns:r="http://schemas.openxmlformats.org/officeDocument/2006/relationships" id="257" r:id="Rb6462483796b4b14"/>
    <p:sldId xmlns:r="http://schemas.openxmlformats.org/officeDocument/2006/relationships" id="258" r:id="Rb273f6081c6046ca"/>
    <p:sldId xmlns:r="http://schemas.openxmlformats.org/officeDocument/2006/relationships" id="259" r:id="R2e05b6819b23432a"/>
    <p:sldId xmlns:r="http://schemas.openxmlformats.org/officeDocument/2006/relationships" id="260" r:id="R3cdbc29c78224181"/>
    <p:sldId xmlns:r="http://schemas.openxmlformats.org/officeDocument/2006/relationships" id="261" r:id="R08e00ba2024c444c"/>
    <p:sldId xmlns:r="http://schemas.openxmlformats.org/officeDocument/2006/relationships" id="262" r:id="R86832c26d6904282"/>
    <p:sldId xmlns:r="http://schemas.openxmlformats.org/officeDocument/2006/relationships" id="263" r:id="R9be2977be0634c92"/>
    <p:sldId xmlns:r="http://schemas.openxmlformats.org/officeDocument/2006/relationships" id="264" r:id="R93e1b8ab63d34ace"/>
    <p:sldId xmlns:r="http://schemas.openxmlformats.org/officeDocument/2006/relationships" id="265" r:id="R2643e66ee2fb4d97"/>
    <p:sldId xmlns:r="http://schemas.openxmlformats.org/officeDocument/2006/relationships" id="266" r:id="R3074e84b5a8a4d8a"/>
    <p:sldId xmlns:r="http://schemas.openxmlformats.org/officeDocument/2006/relationships" id="267" r:id="Radc1e64f45324d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4b3adc2369493e" /><Relationship Type="http://schemas.openxmlformats.org/officeDocument/2006/relationships/slideMaster" Target="/ppt/slideMasters/slideMaster1.xml" Id="R38d3b52813c24492" /><Relationship Type="http://schemas.openxmlformats.org/officeDocument/2006/relationships/notesMaster" Target="/ppt/notesMasters/notesMaster1.xml" Id="R68ecba8375cf46b0" /><Relationship Type="http://schemas.openxmlformats.org/officeDocument/2006/relationships/presProps" Target="/ppt/presProps.xml" Id="Rf143a2c71b3a46c3" /><Relationship Type="http://schemas.openxmlformats.org/officeDocument/2006/relationships/tableStyles" Target="/ppt/tableStyles.xml" Id="Rcb04d35c5dac40f0" /><Relationship Type="http://schemas.openxmlformats.org/officeDocument/2006/relationships/slide" Target="/ppt/slides/slide1.xml" Id="Rf95e2975fabc4427" /><Relationship Type="http://schemas.openxmlformats.org/officeDocument/2006/relationships/slide" Target="/ppt/slides/slide2.xml" Id="Rb6462483796b4b14" /><Relationship Type="http://schemas.openxmlformats.org/officeDocument/2006/relationships/slide" Target="/ppt/slides/slide3.xml" Id="Rb273f6081c6046ca" /><Relationship Type="http://schemas.openxmlformats.org/officeDocument/2006/relationships/slide" Target="/ppt/slides/slide4.xml" Id="R2e05b6819b23432a" /><Relationship Type="http://schemas.openxmlformats.org/officeDocument/2006/relationships/slide" Target="/ppt/slides/slide5.xml" Id="R3cdbc29c78224181" /><Relationship Type="http://schemas.openxmlformats.org/officeDocument/2006/relationships/slide" Target="/ppt/slides/slide6.xml" Id="R08e00ba2024c444c" /><Relationship Type="http://schemas.openxmlformats.org/officeDocument/2006/relationships/slide" Target="/ppt/slides/slide7.xml" Id="R86832c26d6904282" /><Relationship Type="http://schemas.openxmlformats.org/officeDocument/2006/relationships/slide" Target="/ppt/slides/slide8.xml" Id="R9be2977be0634c92" /><Relationship Type="http://schemas.openxmlformats.org/officeDocument/2006/relationships/slide" Target="/ppt/slides/slide9.xml" Id="R93e1b8ab63d34ace" /><Relationship Type="http://schemas.openxmlformats.org/officeDocument/2006/relationships/slide" Target="/ppt/slides/slide10.xml" Id="R2643e66ee2fb4d97" /><Relationship Type="http://schemas.openxmlformats.org/officeDocument/2006/relationships/slide" Target="/ppt/slides/slide11.xml" Id="R3074e84b5a8a4d8a" /><Relationship Type="http://schemas.openxmlformats.org/officeDocument/2006/relationships/slide" Target="/ppt/slides/slide12.xml" Id="Radc1e64f45324d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319285d0484e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b05655ebdb4869" /><Relationship Type="http://schemas.openxmlformats.org/officeDocument/2006/relationships/notesMaster" Target="/ppt/notesMasters/notesMaster1.xml" Id="Re9cf3156e6a043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1c31a024414f81" /><Relationship Type="http://schemas.openxmlformats.org/officeDocument/2006/relationships/notesMaster" Target="/ppt/notesMasters/notesMaster1.xml" Id="Re5095c666caf4e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1e8f1e15f04f87" /><Relationship Type="http://schemas.openxmlformats.org/officeDocument/2006/relationships/notesMaster" Target="/ppt/notesMasters/notesMaster1.xml" Id="R7f7dab414b0246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a3e96a6e984b11" /><Relationship Type="http://schemas.openxmlformats.org/officeDocument/2006/relationships/notesMaster" Target="/ppt/notesMasters/notesMaster1.xml" Id="Raeb5bc2e30c94e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afebfbb4ff4955" /><Relationship Type="http://schemas.openxmlformats.org/officeDocument/2006/relationships/notesMaster" Target="/ppt/notesMasters/notesMaster1.xml" Id="Rff2631d30b0242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a4822759804fe3" /><Relationship Type="http://schemas.openxmlformats.org/officeDocument/2006/relationships/notesMaster" Target="/ppt/notesMasters/notesMaster1.xml" Id="R175ab70fa5c644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1644725b3d4db4" /><Relationship Type="http://schemas.openxmlformats.org/officeDocument/2006/relationships/notesMaster" Target="/ppt/notesMasters/notesMaster1.xml" Id="R9a720a7be9d243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4e19daf78446d1" /><Relationship Type="http://schemas.openxmlformats.org/officeDocument/2006/relationships/notesMaster" Target="/ppt/notesMasters/notesMaster1.xml" Id="R460de3dee81745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a8dfbe14f64308" /><Relationship Type="http://schemas.openxmlformats.org/officeDocument/2006/relationships/notesMaster" Target="/ppt/notesMasters/notesMaster1.xml" Id="Rd30812f714264f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3ca39830a349fb" /><Relationship Type="http://schemas.openxmlformats.org/officeDocument/2006/relationships/notesMaster" Target="/ppt/notesMasters/notesMaster1.xml" Id="R7f0938aceefa43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26730b01c04163" /><Relationship Type="http://schemas.openxmlformats.org/officeDocument/2006/relationships/notesMaster" Target="/ppt/notesMasters/notesMaster1.xml" Id="R671d7f585fcf48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6602dd8a804225" /><Relationship Type="http://schemas.openxmlformats.org/officeDocument/2006/relationships/notesMaster" Target="/ppt/notesMasters/notesMaster1.xml" Id="R4dc2638b609c45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开场先说明：本章不是直接飞行，而是把 RK3588 准备成可远程、安全部署的 Linux 主机。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C:/Users/24184/Desktop/project/uav_system/docs/beginner/04_rk3588_setup.md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先统一“完成”的定义，后续每一步都围绕可验证结果推进。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C:/Users/24184/Desktop/project/uav_system/docs/beginner/04_rk3588_setup.md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强调推荐版本的目的不是限制选择，而是降低 BSP、驱动和 RKNNLite 组合不一致的概率。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C:/Users/24184/Desktop/project/uav_system/docs/beginner/04_rk3588_setup.md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刷机只讲通用流程；任何板卡专属操作都回到厂商文档确认。网络阶段只验两件事：互联网和两端互通。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C:/Users/24184/Desktop/project/uav_system/docs/beginner/04_rk3588_setup.md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提醒记录用户名和 IP，但不要把密码写进文档或仓库。登录成功后，后续大多数板端配置都能由 AI Agent 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C:/Users/24184/Desktop/project/uav_system/docs/beginner/04_rk3588_setup.md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工具名称不是关键，真正的筛选标准是它能否完成仓库阅读、终端执行、SSH、文件操作和日志闭环。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C:/Users/24184/Desktop/project/uav_system/docs/beginner/04_rk3588_setup.md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先把部署文档当作唯一执行入口，再让 Agent 分阶段检查、安装和验证。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C:/Users/24184/Desktop/project/uav_system/docs/beginner/04_rk3588_setup.md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可直接交给 AI 的部署提示词：</a:t>
            </a:r>
          </a:p>
          <a:p xmlns:a="http://schemas.openxmlformats.org/drawingml/2006/main">
            <a:r>
              <a:t>请通过 SSH 帮我部署这台 RK3588 上的 uav_system-rk3588 项目。</a:t>
            </a:r>
          </a:p>
          <a:p xmlns:a="http://schemas.openxmlformats.org/drawingml/2006/main">
            <a:r>
              <a:t>RK3588 SSH：&lt;用户名&gt;@&lt;RK3588-IP&gt;</a:t>
            </a:r>
          </a:p>
          <a:p xmlns:a="http://schemas.openxmlformats.org/drawingml/2006/main">
            <a:r>
              <a:t>请先阅读 docs/ai/DEPLOY_RK3588.md，并严格按照该文件检查、部署和验证。</a:t>
            </a:r>
          </a:p>
          <a:p xmlns:a="http://schemas.openxmlformats.org/drawingml/2006/main">
            <a:r>
              <a:t>要求：先检查环境；硬件不确定时询问；不发送真实飞行或舵机命令；每阶段验证；错误先定位；保留 Git 改动；不输出秘密；最后汇报 app、YOLO/RKNN、Web UI、只读 MAVLink 和人工待办。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C:/Users/24184/Desktop/project/uav_system/docs/beginner/04_rk3588_setup.md</a:t>
            </a:r>
          </a:p>
          <a:p xmlns:a="http://schemas.openxmlformats.org/drawingml/2006/main">
            <a:r>
              <a:t>- C:/Users/24184/Desktop/project/uav_system/docs/developer/safety.md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验收必须同时覆盖应用、推理、页面、视频、遥测和发送安全状态；任何一项失败都保留对应日志。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C:/Users/24184/Desktop/project/uav_system/docs/beginner/04_rk3588_setup.md</a:t>
            </a:r>
          </a:p>
          <a:p xmlns:a="http://schemas.openxmlformats.org/drawingml/2006/main">
            <a:r>
              <a:t>- C:/Users/24184/Desktop/project/uav_system/docs/developer/safety.md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异常处理的目标是保留证据、缩小范围、验证修复；重装和覆盖不是第一反应。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C:/Users/24184/Desktop/project/uav_system/docs/beginner/04_rk3588_setup.md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本章完成后转入 SITL：先把仿真环境搭好，下一章再启动和测试。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C:/Users/24184/Desktop/project/uav_system/docs/beginner/04_rk3588_setup.md</a:t>
            </a:r>
          </a:p>
          <a:p xmlns:a="http://schemas.openxmlformats.org/drawingml/2006/main">
            <a:r>
              <a:t>- https://www.bilibili.com/video/BV18fzaB6E6q/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收尾再次强调三个门禁：平台可达、部署可验证、飞行发送保持关闭。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C:/Users/24184/Desktop/project/uav_system/docs/beginner/04_rk3588_setup.md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a3ecdec2d4b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1997946951413c" /><Relationship Type="http://schemas.openxmlformats.org/officeDocument/2006/relationships/slideLayout" Target="/ppt/slideLayouts/slideLayout1.xml" Id="R32fc64b2c2804a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fc64b2c2804a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6da6ea3d344de" /><Relationship Type="http://schemas.openxmlformats.org/officeDocument/2006/relationships/notesSlide" Target="/ppt/notesSlides/notesSlide1.xml" Id="Ra1e48ff0585440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253c2ea034281" /><Relationship Type="http://schemas.openxmlformats.org/officeDocument/2006/relationships/notesSlide" Target="/ppt/notesSlides/notesSlide2.xml" Id="R9135eb0556ce41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75c501a3346fc" /><Relationship Type="http://schemas.openxmlformats.org/officeDocument/2006/relationships/notesSlide" Target="/ppt/notesSlides/notesSlide3.xml" Id="R1bbfa109b15e41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14cfc21ae484d" /><Relationship Type="http://schemas.openxmlformats.org/officeDocument/2006/relationships/notesSlide" Target="/ppt/notesSlides/notesSlide4.xml" Id="Rfa17c94bbf194e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3ea3f7d4b4a80" /><Relationship Type="http://schemas.openxmlformats.org/officeDocument/2006/relationships/notesSlide" Target="/ppt/notesSlides/notesSlide5.xml" Id="R221691028e5848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4f00659664e89" /><Relationship Type="http://schemas.openxmlformats.org/officeDocument/2006/relationships/notesSlide" Target="/ppt/notesSlides/notesSlide6.xml" Id="Re1d1196114f847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3159a35cd4253" /><Relationship Type="http://schemas.openxmlformats.org/officeDocument/2006/relationships/notesSlide" Target="/ppt/notesSlides/notesSlide7.xml" Id="R9b23e6c540c841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382523b5945d3" /><Relationship Type="http://schemas.openxmlformats.org/officeDocument/2006/relationships/notesSlide" Target="/ppt/notesSlides/notesSlide8.xml" Id="R510888cd173244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a1a50e2994fd2" /><Relationship Type="http://schemas.openxmlformats.org/officeDocument/2006/relationships/notesSlide" Target="/ppt/notesSlides/notesSlide9.xml" Id="R9c2f49ec418640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72d09ea004625" /><Relationship Type="http://schemas.openxmlformats.org/officeDocument/2006/relationships/notesSlide" Target="/ppt/notesSlides/notesSlide10.xml" Id="R4db5cd73126140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164d6290f4826" /><Relationship Type="http://schemas.openxmlformats.org/officeDocument/2006/relationships/notesSlide" Target="/ppt/notesSlides/notesSlide11.xml" Id="Rf02f994efd2f43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5c3cc0e624e3d" /><Relationship Type="http://schemas.openxmlformats.org/officeDocument/2006/relationships/notesSlide" Target="/ppt/notesSlides/notesSlide12.xml" Id="R2db30fefad1140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001">
            <a:extLst xmlns:a="http://schemas.openxmlformats.org/drawingml/2006/main">
              <a:ext uri="{FF2B5EF4-FFF2-40B4-BE49-F238E27FC236}">
                <a16:creationId xmlns:a16="http://schemas.microsoft.com/office/drawing/2014/main" id="{93301F87-EB3C-4B6D-931C-79DB2C4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从零复现 · 第 04 章</a:t>
            </a:r>
          </a:p>
        </p:txBody>
      </p:sp>
      <p:sp>
        <p:nvSpPr>
          <p:cNvPr id="2" name="shape-0002">
            <a:extLst xmlns:a="http://schemas.openxmlformats.org/drawingml/2006/main">
              <a:ext uri="{FF2B5EF4-FFF2-40B4-BE49-F238E27FC236}">
                <a16:creationId xmlns:a16="http://schemas.microsoft.com/office/drawing/2014/main" id="{227319B2-7B01-40B6-9626-FF8428A5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0003">
            <a:extLst xmlns:a="http://schemas.openxmlformats.org/drawingml/2006/main">
              <a:ext uri="{FF2B5EF4-FFF2-40B4-BE49-F238E27FC236}">
                <a16:creationId xmlns:a16="http://schemas.microsoft.com/office/drawing/2014/main" id="{4FCF0E27-F25F-44DC-A478-E98FA28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429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</a:t>
            </a:r>
          </a:p>
          <a:p xmlns:a="http://schemas.openxmlformats.org/drawingml/2006/main">
            <a:pPr algn="l">
              <a:def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环境配置</a:t>
            </a:r>
          </a:p>
        </p:txBody>
      </p:sp>
      <p:sp>
        <p:nvSpPr>
          <p:cNvPr id="4" name="text-0004">
            <a:extLst xmlns:a="http://schemas.openxmlformats.org/drawingml/2006/main">
              <a:ext uri="{FF2B5EF4-FFF2-40B4-BE49-F238E27FC236}">
                <a16:creationId xmlns:a16="http://schemas.microsoft.com/office/drawing/2014/main" id="{778B7F6B-B486-4933-AC21-59094A9A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刷机、联网、SSH 与 AI 远程部署</a:t>
            </a:r>
          </a:p>
        </p:txBody>
      </p:sp>
      <p:sp>
        <p:nvSpPr>
          <p:cNvPr id="5" name="text-0005">
            <a:extLst xmlns:a="http://schemas.openxmlformats.org/drawingml/2006/main">
              <a:ext uri="{FF2B5EF4-FFF2-40B4-BE49-F238E27FC236}">
                <a16:creationId xmlns:a16="http://schemas.microsoft.com/office/drawing/2014/main" id="{25A93454-690A-4E47-8B10-AAC09B6B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362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-0006">
            <a:extLst xmlns:a="http://schemas.openxmlformats.org/drawingml/2006/main">
              <a:ext uri="{FF2B5EF4-FFF2-40B4-BE49-F238E27FC236}">
                <a16:creationId xmlns:a16="http://schemas.microsoft.com/office/drawing/2014/main" id="{36E2BB7E-9F64-4D3D-88B9-52CA3815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uav_system-rk3588</a:t>
            </a:r>
          </a:p>
        </p:txBody>
      </p:sp>
    </p:spTree>
    <p:extLst>
      <p:ext uri="{BB962C8B-B14F-4D97-AF65-F5344CB8AC3E}">
        <p14:creationId xmlns:p14="http://schemas.microsoft.com/office/powerpoint/2010/main" val="1928243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0007">
            <a:extLst xmlns:a="http://schemas.openxmlformats.org/drawingml/2006/main">
              <a:ext uri="{FF2B5EF4-FFF2-40B4-BE49-F238E27FC236}">
                <a16:creationId xmlns:a16="http://schemas.microsoft.com/office/drawing/2014/main" id="{66DB96F0-544F-4BA1-B4BF-FF570316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2" name="text-0008">
            <a:extLst xmlns:a="http://schemas.openxmlformats.org/drawingml/2006/main">
              <a:ext uri="{FF2B5EF4-FFF2-40B4-BE49-F238E27FC236}">
                <a16:creationId xmlns:a16="http://schemas.microsoft.com/office/drawing/2014/main" id="{4C54DA76-F9EA-4516-ADDA-9B0755BF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准备完成的标志，不是“装完软件”</a:t>
            </a:r>
          </a:p>
        </p:txBody>
      </p:sp>
      <p:sp>
        <p:nvSpPr>
          <p:cNvPr id="3" name="shape-0009">
            <a:extLst xmlns:a="http://schemas.openxmlformats.org/drawingml/2006/main">
              <a:ext uri="{FF2B5EF4-FFF2-40B4-BE49-F238E27FC236}">
                <a16:creationId xmlns:a16="http://schemas.microsoft.com/office/drawing/2014/main" id="{5FF4C27D-6313-409F-B5BA-3FEB5636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10">
            <a:extLst xmlns:a="http://schemas.openxmlformats.org/drawingml/2006/main">
              <a:ext uri="{FF2B5EF4-FFF2-40B4-BE49-F238E27FC236}">
                <a16:creationId xmlns:a16="http://schemas.microsoft.com/office/drawing/2014/main" id="{C89B03A1-E9C4-4FAF-8F8D-C148274F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 环境配置</a:t>
            </a:r>
          </a:p>
        </p:txBody>
      </p:sp>
      <p:sp>
        <p:nvSpPr>
          <p:cNvPr id="5" name="text-0011">
            <a:extLst xmlns:a="http://schemas.openxmlformats.org/drawingml/2006/main">
              <a:ext uri="{FF2B5EF4-FFF2-40B4-BE49-F238E27FC236}">
                <a16:creationId xmlns:a16="http://schemas.microsoft.com/office/drawing/2014/main" id="{1D82103C-207E-4BB6-975F-01C939B6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0012">
            <a:extLst xmlns:a="http://schemas.openxmlformats.org/drawingml/2006/main">
              <a:ext uri="{FF2B5EF4-FFF2-40B4-BE49-F238E27FC236}">
                <a16:creationId xmlns:a16="http://schemas.microsoft.com/office/drawing/2014/main" id="{1786A62B-68BB-4C33-9879-49036EE3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最终要得到一台：</a:t>
            </a:r>
          </a:p>
        </p:txBody>
      </p:sp>
      <p:sp>
        <p:nvSpPr>
          <p:cNvPr id="7" name="text-0013">
            <a:extLst xmlns:a="http://schemas.openxmlformats.org/drawingml/2006/main">
              <a:ext uri="{FF2B5EF4-FFF2-40B4-BE49-F238E27FC236}">
                <a16:creationId xmlns:a16="http://schemas.microsoft.com/office/drawing/2014/main" id="{F3B9807D-25FA-4F10-BA33-614484AC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667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可联网</a:t>
            </a:r>
          </a:p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 SSH 登录</a:t>
            </a:r>
          </a:p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可由 AI 分阶段部署</a:t>
            </a:r>
          </a:p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始终保持 SEND OFF</a:t>
            </a:r>
          </a:p>
        </p:txBody>
      </p:sp>
      <p:sp>
        <p:nvSpPr>
          <p:cNvPr id="8" name="shape-0014">
            <a:extLst xmlns:a="http://schemas.openxmlformats.org/drawingml/2006/main">
              <a:ext uri="{FF2B5EF4-FFF2-40B4-BE49-F238E27FC236}">
                <a16:creationId xmlns:a16="http://schemas.microsoft.com/office/drawing/2014/main" id="{E9F1EDF6-6455-4325-8993-6A0DF803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66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015">
            <a:extLst xmlns:a="http://schemas.openxmlformats.org/drawingml/2006/main">
              <a:ext uri="{FF2B5EF4-FFF2-40B4-BE49-F238E27FC236}">
                <a16:creationId xmlns:a16="http://schemas.microsoft.com/office/drawing/2014/main" id="{2CDF78F0-40C0-4D71-A23A-C9EEB4B0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成功标准必须能被命令或页面验证</a:t>
            </a:r>
          </a:p>
        </p:txBody>
      </p:sp>
      <p:sp>
        <p:nvSpPr>
          <p:cNvPr id="10" name="text-0016">
            <a:extLst xmlns:a="http://schemas.openxmlformats.org/drawingml/2006/main">
              <a:ext uri="{FF2B5EF4-FFF2-40B4-BE49-F238E27FC236}">
                <a16:creationId xmlns:a16="http://schemas.microsoft.com/office/drawing/2014/main" id="{59AD095F-D200-4CE5-96BC-D04A1CC5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-0017">
            <a:extLst xmlns:a="http://schemas.openxmlformats.org/drawingml/2006/main">
              <a:ext uri="{FF2B5EF4-FFF2-40B4-BE49-F238E27FC236}">
                <a16:creationId xmlns:a16="http://schemas.microsoft.com/office/drawing/2014/main" id="{1C232005-755F-4C1B-BA02-E7210373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526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Linux ARM64 已启动</a:t>
            </a:r>
          </a:p>
        </p:txBody>
      </p:sp>
      <p:sp>
        <p:nvSpPr>
          <p:cNvPr id="12" name="text-0018">
            <a:extLst xmlns:a="http://schemas.openxmlformats.org/drawingml/2006/main">
              <a:ext uri="{FF2B5EF4-FFF2-40B4-BE49-F238E27FC236}">
                <a16:creationId xmlns:a16="http://schemas.microsoft.com/office/drawing/2014/main" id="{42700F3F-A3EE-4D95-86FC-C2AFA984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14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推荐 Ubuntu 22.04</a:t>
            </a:r>
          </a:p>
        </p:txBody>
      </p:sp>
      <p:sp>
        <p:nvSpPr>
          <p:cNvPr id="13" name="shape-0019">
            <a:extLst xmlns:a="http://schemas.openxmlformats.org/drawingml/2006/main">
              <a:ext uri="{FF2B5EF4-FFF2-40B4-BE49-F238E27FC236}">
                <a16:creationId xmlns:a16="http://schemas.microsoft.com/office/drawing/2014/main" id="{F73B8D4F-B715-42F7-BEFD-6CC44AB7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20">
            <a:extLst xmlns:a="http://schemas.openxmlformats.org/drawingml/2006/main">
              <a:ext uri="{FF2B5EF4-FFF2-40B4-BE49-F238E27FC236}">
                <a16:creationId xmlns:a16="http://schemas.microsoft.com/office/drawing/2014/main" id="{D2A44CE7-5978-4631-928E-6C95CC4E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-0021">
            <a:extLst xmlns:a="http://schemas.openxmlformats.org/drawingml/2006/main">
              <a:ext uri="{FF2B5EF4-FFF2-40B4-BE49-F238E27FC236}">
                <a16:creationId xmlns:a16="http://schemas.microsoft.com/office/drawing/2014/main" id="{BA8CC66A-4BB8-412E-B08A-96D35243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479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两端网络可达</a:t>
            </a:r>
          </a:p>
        </p:txBody>
      </p:sp>
      <p:sp>
        <p:nvSpPr>
          <p:cNvPr id="16" name="text-0022">
            <a:extLst xmlns:a="http://schemas.openxmlformats.org/drawingml/2006/main">
              <a:ext uri="{FF2B5EF4-FFF2-40B4-BE49-F238E27FC236}">
                <a16:creationId xmlns:a16="http://schemas.microsoft.com/office/drawing/2014/main" id="{79F6F6A9-5AFC-4798-9D23-2FF664BB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 可联网，笔记本能访问它</a:t>
            </a:r>
          </a:p>
        </p:txBody>
      </p:sp>
      <p:sp>
        <p:nvSpPr>
          <p:cNvPr id="17" name="shape-0023">
            <a:extLst xmlns:a="http://schemas.openxmlformats.org/drawingml/2006/main">
              <a:ext uri="{FF2B5EF4-FFF2-40B4-BE49-F238E27FC236}">
                <a16:creationId xmlns:a16="http://schemas.microsoft.com/office/drawing/2014/main" id="{1D5416E7-B96A-4329-A25E-05110DDC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024">
            <a:extLst xmlns:a="http://schemas.openxmlformats.org/drawingml/2006/main">
              <a:ext uri="{FF2B5EF4-FFF2-40B4-BE49-F238E27FC236}">
                <a16:creationId xmlns:a16="http://schemas.microsoft.com/office/drawing/2014/main" id="{337B0F7A-2BA6-4D3E-84E8-84E124DE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0025">
            <a:extLst xmlns:a="http://schemas.openxmlformats.org/drawingml/2006/main">
              <a:ext uri="{FF2B5EF4-FFF2-40B4-BE49-F238E27FC236}">
                <a16:creationId xmlns:a16="http://schemas.microsoft.com/office/drawing/2014/main" id="{2E47949D-66C1-4971-A3BD-C049EBAA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SSH 登录成功</a:t>
            </a:r>
          </a:p>
        </p:txBody>
      </p:sp>
      <p:sp>
        <p:nvSpPr>
          <p:cNvPr id="20" name="text-0026">
            <a:extLst xmlns:a="http://schemas.openxmlformats.org/drawingml/2006/main">
              <a:ext uri="{FF2B5EF4-FFF2-40B4-BE49-F238E27FC236}">
                <a16:creationId xmlns:a16="http://schemas.microsoft.com/office/drawing/2014/main" id="{56A6227B-97E6-48C9-B64B-9B86BB2F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看到 RK3588 命令行</a:t>
            </a:r>
          </a:p>
        </p:txBody>
      </p:sp>
      <p:sp>
        <p:nvSpPr>
          <p:cNvPr id="21" name="shape-0027">
            <a:extLst xmlns:a="http://schemas.openxmlformats.org/drawingml/2006/main">
              <a:ext uri="{FF2B5EF4-FFF2-40B4-BE49-F238E27FC236}">
                <a16:creationId xmlns:a16="http://schemas.microsoft.com/office/drawing/2014/main" id="{D81E7F1E-3835-4661-B84C-2650952D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028">
            <a:extLst xmlns:a="http://schemas.openxmlformats.org/drawingml/2006/main">
              <a:ext uri="{FF2B5EF4-FFF2-40B4-BE49-F238E27FC236}">
                <a16:creationId xmlns:a16="http://schemas.microsoft.com/office/drawing/2014/main" id="{D91DA546-9414-454B-AF91-1050DEBC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-0029">
            <a:extLst xmlns:a="http://schemas.openxmlformats.org/drawingml/2006/main">
              <a:ext uri="{FF2B5EF4-FFF2-40B4-BE49-F238E27FC236}">
                <a16:creationId xmlns:a16="http://schemas.microsoft.com/office/drawing/2014/main" id="{8B023AD7-6B0A-4496-A09A-2ADF563F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386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Agent 已就绪</a:t>
            </a:r>
          </a:p>
        </p:txBody>
      </p:sp>
      <p:sp>
        <p:nvSpPr>
          <p:cNvPr id="24" name="text-0030">
            <a:extLst xmlns:a="http://schemas.openxmlformats.org/drawingml/2006/main">
              <a:ext uri="{FF2B5EF4-FFF2-40B4-BE49-F238E27FC236}">
                <a16:creationId xmlns:a16="http://schemas.microsoft.com/office/drawing/2014/main" id="{B0089FEC-D85A-4E11-82D7-476BAE3D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0060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能读仓库、跑终端、用 SSH</a:t>
            </a:r>
          </a:p>
        </p:txBody>
      </p:sp>
      <p:sp>
        <p:nvSpPr>
          <p:cNvPr id="25" name="shape-0031">
            <a:extLst xmlns:a="http://schemas.openxmlformats.org/drawingml/2006/main">
              <a:ext uri="{FF2B5EF4-FFF2-40B4-BE49-F238E27FC236}">
                <a16:creationId xmlns:a16="http://schemas.microsoft.com/office/drawing/2014/main" id="{E3FD14B8-787D-48B8-BB2A-A8913FA6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57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032">
            <a:extLst xmlns:a="http://schemas.openxmlformats.org/drawingml/2006/main">
              <a:ext uri="{FF2B5EF4-FFF2-40B4-BE49-F238E27FC236}">
                <a16:creationId xmlns:a16="http://schemas.microsoft.com/office/drawing/2014/main" id="{FE465721-31A0-467C-87F5-01DBC4E8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340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-0033">
            <a:extLst xmlns:a="http://schemas.openxmlformats.org/drawingml/2006/main">
              <a:ext uri="{FF2B5EF4-FFF2-40B4-BE49-F238E27FC236}">
                <a16:creationId xmlns:a16="http://schemas.microsoft.com/office/drawing/2014/main" id="{9B0738D5-AD30-4449-A161-647C87C1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340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部署结果已验收</a:t>
            </a:r>
          </a:p>
        </p:txBody>
      </p:sp>
      <p:sp>
        <p:nvSpPr>
          <p:cNvPr id="28" name="text-0034">
            <a:extLst xmlns:a="http://schemas.openxmlformats.org/drawingml/2006/main">
              <a:ext uri="{FF2B5EF4-FFF2-40B4-BE49-F238E27FC236}">
                <a16:creationId xmlns:a16="http://schemas.microsoft.com/office/drawing/2014/main" id="{0AE00BD8-C7A9-45EF-BFC0-D8732976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95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app、RKNN、Web UI、只读 MAVLink</a:t>
            </a:r>
          </a:p>
        </p:txBody>
      </p:sp>
      <p:sp>
        <p:nvSpPr>
          <p:cNvPr id="29" name="shape-0035">
            <a:extLst xmlns:a="http://schemas.openxmlformats.org/drawingml/2006/main">
              <a:ext uri="{FF2B5EF4-FFF2-40B4-BE49-F238E27FC236}">
                <a16:creationId xmlns:a16="http://schemas.microsoft.com/office/drawing/2014/main" id="{A5BC11B1-06D5-481A-9128-6231E4E0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53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1285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036">
            <a:extLst xmlns:a="http://schemas.openxmlformats.org/drawingml/2006/main">
              <a:ext uri="{FF2B5EF4-FFF2-40B4-BE49-F238E27FC236}">
                <a16:creationId xmlns:a16="http://schemas.microsoft.com/office/drawing/2014/main" id="{01354C87-77BB-4C21-8888-63B8CCF6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平台选择</a:t>
            </a:r>
          </a:p>
        </p:txBody>
      </p:sp>
      <p:sp>
        <p:nvSpPr>
          <p:cNvPr id="2" name="text-0037">
            <a:extLst xmlns:a="http://schemas.openxmlformats.org/drawingml/2006/main">
              <a:ext uri="{FF2B5EF4-FFF2-40B4-BE49-F238E27FC236}">
                <a16:creationId xmlns:a16="http://schemas.microsoft.com/office/drawing/2014/main" id="{59A15CF0-F3FF-46E3-AFB4-B9B84B52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优先选 Ubuntu 22.04 ARM64，减少版本错配</a:t>
            </a:r>
          </a:p>
        </p:txBody>
      </p:sp>
      <p:sp>
        <p:nvSpPr>
          <p:cNvPr id="3" name="shape-0038">
            <a:extLst xmlns:a="http://schemas.openxmlformats.org/drawingml/2006/main">
              <a:ext uri="{FF2B5EF4-FFF2-40B4-BE49-F238E27FC236}">
                <a16:creationId xmlns:a16="http://schemas.microsoft.com/office/drawing/2014/main" id="{84AAC3BA-DA9D-4A82-ADFA-1B4F504F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39">
            <a:extLst xmlns:a="http://schemas.openxmlformats.org/drawingml/2006/main">
              <a:ext uri="{FF2B5EF4-FFF2-40B4-BE49-F238E27FC236}">
                <a16:creationId xmlns:a16="http://schemas.microsoft.com/office/drawing/2014/main" id="{F2E4593B-A171-404A-A3AA-9056EF01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 环境配置</a:t>
            </a:r>
          </a:p>
        </p:txBody>
      </p:sp>
      <p:sp>
        <p:nvSpPr>
          <p:cNvPr id="5" name="text-0040">
            <a:extLst xmlns:a="http://schemas.openxmlformats.org/drawingml/2006/main">
              <a:ext uri="{FF2B5EF4-FFF2-40B4-BE49-F238E27FC236}">
                <a16:creationId xmlns:a16="http://schemas.microsoft.com/office/drawing/2014/main" id="{DC63E79D-2C73-4A79-A9A0-93A0AA26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shape-0041">
            <a:extLst xmlns:a="http://schemas.openxmlformats.org/drawingml/2006/main">
              <a:ext uri="{FF2B5EF4-FFF2-40B4-BE49-F238E27FC236}">
                <a16:creationId xmlns:a16="http://schemas.microsoft.com/office/drawing/2014/main" id="{B1560475-97F6-4780-8A42-A4199F6E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0957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42">
            <a:extLst xmlns:a="http://schemas.openxmlformats.org/drawingml/2006/main">
              <a:ext uri="{FF2B5EF4-FFF2-40B4-BE49-F238E27FC236}">
                <a16:creationId xmlns:a16="http://schemas.microsoft.com/office/drawing/2014/main" id="{45D525F6-8C14-4B10-A992-31062545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Ubuntu</a:t>
            </a:r>
          </a:p>
        </p:txBody>
      </p:sp>
      <p:sp>
        <p:nvSpPr>
          <p:cNvPr id="8" name="text-0043">
            <a:extLst xmlns:a="http://schemas.openxmlformats.org/drawingml/2006/main">
              <a:ext uri="{FF2B5EF4-FFF2-40B4-BE49-F238E27FC236}">
                <a16:creationId xmlns:a16="http://schemas.microsoft.com/office/drawing/2014/main" id="{846FD636-7204-44FC-A19C-FDB0BB34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22.04</a:t>
            </a:r>
          </a:p>
        </p:txBody>
      </p:sp>
      <p:sp>
        <p:nvSpPr>
          <p:cNvPr id="9" name="text-0044">
            <a:extLst xmlns:a="http://schemas.openxmlformats.org/drawingml/2006/main">
              <a:ext uri="{FF2B5EF4-FFF2-40B4-BE49-F238E27FC236}">
                <a16:creationId xmlns:a16="http://schemas.microsoft.com/office/drawing/2014/main" id="{FB59CF00-5E30-4972-A608-0A5B792C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rPr>
              <a:t>ARM64</a:t>
            </a:r>
          </a:p>
        </p:txBody>
      </p:sp>
      <p:sp>
        <p:nvSpPr>
          <p:cNvPr id="10" name="text-0045">
            <a:extLst xmlns:a="http://schemas.openxmlformats.org/drawingml/2006/main">
              <a:ext uri="{FF2B5EF4-FFF2-40B4-BE49-F238E27FC236}">
                <a16:creationId xmlns:a16="http://schemas.microsoft.com/office/drawing/2014/main" id="{9D32359F-0AEF-4144-BFE5-CF6C863A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当前项目主要验证环境</a:t>
            </a:r>
          </a:p>
        </p:txBody>
      </p:sp>
      <p:sp>
        <p:nvSpPr>
          <p:cNvPr id="11" name="text-0046">
            <a:extLst xmlns:a="http://schemas.openxmlformats.org/drawingml/2006/main">
              <a:ext uri="{FF2B5EF4-FFF2-40B4-BE49-F238E27FC236}">
                <a16:creationId xmlns:a16="http://schemas.microsoft.com/office/drawing/2014/main" id="{67292979-1DE5-43B5-BFDA-8F625DA1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66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为什么推荐</a:t>
            </a:r>
          </a:p>
        </p:txBody>
      </p:sp>
      <p:sp>
        <p:nvSpPr>
          <p:cNvPr id="12" name="text-0047">
            <a:extLst xmlns:a="http://schemas.openxmlformats.org/drawingml/2006/main">
              <a:ext uri="{FF2B5EF4-FFF2-40B4-BE49-F238E27FC236}">
                <a16:creationId xmlns:a16="http://schemas.microsoft.com/office/drawing/2014/main" id="{46020DFB-D51E-431C-A56B-3EF8CD8E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582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软件依赖和 RKNN 环境更容易对齐。</a:t>
            </a:r>
          </a:p>
        </p:txBody>
      </p:sp>
      <p:sp>
        <p:nvSpPr>
          <p:cNvPr id="13" name="shape-0048">
            <a:extLst xmlns:a="http://schemas.openxmlformats.org/drawingml/2006/main">
              <a:ext uri="{FF2B5EF4-FFF2-40B4-BE49-F238E27FC236}">
                <a16:creationId xmlns:a16="http://schemas.microsoft.com/office/drawing/2014/main" id="{CB7D1BE3-CDDD-4C43-8F43-FD9E9C47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49">
            <a:extLst xmlns:a="http://schemas.openxmlformats.org/drawingml/2006/main">
              <a:ext uri="{FF2B5EF4-FFF2-40B4-BE49-F238E27FC236}">
                <a16:creationId xmlns:a16="http://schemas.microsoft.com/office/drawing/2014/main" id="{3476781F-C31B-4C93-9CB0-F2F446EF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其他系统</a:t>
            </a:r>
          </a:p>
        </p:txBody>
      </p:sp>
      <p:sp>
        <p:nvSpPr>
          <p:cNvPr id="15" name="text-0050">
            <a:extLst xmlns:a="http://schemas.openxmlformats.org/drawingml/2006/main">
              <a:ext uri="{FF2B5EF4-FFF2-40B4-BE49-F238E27FC236}">
                <a16:creationId xmlns:a16="http://schemas.microsoft.com/office/drawing/2014/main" id="{928103BA-6F4E-4A86-812D-AED18DD4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90900"/>
            <a:ext cx="582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其他 Linux ARM64 可以尝试，但可能需要额外适配。</a:t>
            </a:r>
          </a:p>
        </p:txBody>
      </p:sp>
      <p:sp>
        <p:nvSpPr>
          <p:cNvPr id="16" name="shape-0051">
            <a:extLst xmlns:a="http://schemas.openxmlformats.org/drawingml/2006/main">
              <a:ext uri="{FF2B5EF4-FFF2-40B4-BE49-F238E27FC236}">
                <a16:creationId xmlns:a16="http://schemas.microsoft.com/office/drawing/2014/main" id="{45F61192-B50F-42DA-885B-C1F83E77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052">
            <a:extLst xmlns:a="http://schemas.openxmlformats.org/drawingml/2006/main">
              <a:ext uri="{FF2B5EF4-FFF2-40B4-BE49-F238E27FC236}">
                <a16:creationId xmlns:a16="http://schemas.microsoft.com/office/drawing/2014/main" id="{17326EAE-D6A9-4CBF-A182-9DB46812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14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容易出问题</a:t>
            </a:r>
          </a:p>
        </p:txBody>
      </p:sp>
      <p:sp>
        <p:nvSpPr>
          <p:cNvPr id="18" name="text-0053">
            <a:extLst xmlns:a="http://schemas.openxmlformats.org/drawingml/2006/main">
              <a:ext uri="{FF2B5EF4-FFF2-40B4-BE49-F238E27FC236}">
                <a16:creationId xmlns:a16="http://schemas.microsoft.com/office/drawing/2014/main" id="{0B711607-0E08-4D89-8211-DFEB5457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14850"/>
            <a:ext cx="582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板卡 BSP、内核、NPU 驱动或 RKNNLite 版本不一致。</a:t>
            </a:r>
          </a:p>
        </p:txBody>
      </p:sp>
      <p:sp>
        <p:nvSpPr>
          <p:cNvPr id="19" name="shape-0054">
            <a:extLst xmlns:a="http://schemas.openxmlformats.org/drawingml/2006/main">
              <a:ext uri="{FF2B5EF4-FFF2-40B4-BE49-F238E27FC236}">
                <a16:creationId xmlns:a16="http://schemas.microsoft.com/office/drawing/2014/main" id="{BB863FFA-F54E-4234-811C-EE0E3B97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57800"/>
            <a:ext cx="5829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055">
            <a:extLst xmlns:a="http://schemas.openxmlformats.org/drawingml/2006/main">
              <a:ext uri="{FF2B5EF4-FFF2-40B4-BE49-F238E27FC236}">
                <a16:creationId xmlns:a16="http://schemas.microsoft.com/office/drawing/2014/main" id="{6907773B-E285-43F6-8CAB-80AFAEEA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29250"/>
            <a:ext cx="582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镜像、分区、引脚和恢复模式，均以板卡厂商资料为准。</a:t>
            </a:r>
          </a:p>
        </p:txBody>
      </p:sp>
    </p:spTree>
    <p:extLst>
      <p:ext uri="{BB962C8B-B14F-4D97-AF65-F5344CB8AC3E}">
        <p14:creationId xmlns:p14="http://schemas.microsoft.com/office/powerpoint/2010/main" val="1942559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056">
            <a:extLst xmlns:a="http://schemas.openxmlformats.org/drawingml/2006/main">
              <a:ext uri="{FF2B5EF4-FFF2-40B4-BE49-F238E27FC236}">
                <a16:creationId xmlns:a16="http://schemas.microsoft.com/office/drawing/2014/main" id="{4D66AAD1-05BF-4EB3-8D0F-79F20D50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步骤 1—2</a:t>
            </a:r>
          </a:p>
        </p:txBody>
      </p:sp>
      <p:sp>
        <p:nvSpPr>
          <p:cNvPr id="2" name="text-0057">
            <a:extLst xmlns:a="http://schemas.openxmlformats.org/drawingml/2006/main">
              <a:ext uri="{FF2B5EF4-FFF2-40B4-BE49-F238E27FC236}">
                <a16:creationId xmlns:a16="http://schemas.microsoft.com/office/drawing/2014/main" id="{0376D244-4FD1-42E9-9B2A-55523F63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先刷对镜像，再打通两端网络</a:t>
            </a:r>
          </a:p>
        </p:txBody>
      </p:sp>
      <p:sp>
        <p:nvSpPr>
          <p:cNvPr id="3" name="shape-0058">
            <a:extLst xmlns:a="http://schemas.openxmlformats.org/drawingml/2006/main">
              <a:ext uri="{FF2B5EF4-FFF2-40B4-BE49-F238E27FC236}">
                <a16:creationId xmlns:a16="http://schemas.microsoft.com/office/drawing/2014/main" id="{D8457461-BD4A-420C-B022-D24EE6FA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59">
            <a:extLst xmlns:a="http://schemas.openxmlformats.org/drawingml/2006/main">
              <a:ext uri="{FF2B5EF4-FFF2-40B4-BE49-F238E27FC236}">
                <a16:creationId xmlns:a16="http://schemas.microsoft.com/office/drawing/2014/main" id="{E7FD0DB1-97B9-4925-8E6F-D672E49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 环境配置</a:t>
            </a:r>
          </a:p>
        </p:txBody>
      </p:sp>
      <p:sp>
        <p:nvSpPr>
          <p:cNvPr id="5" name="text-0060">
            <a:extLst xmlns:a="http://schemas.openxmlformats.org/drawingml/2006/main">
              <a:ext uri="{FF2B5EF4-FFF2-40B4-BE49-F238E27FC236}">
                <a16:creationId xmlns:a16="http://schemas.microsoft.com/office/drawing/2014/main" id="{33442E79-DA43-488D-8C1D-6C5A82F1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-0061">
            <a:extLst xmlns:a="http://schemas.openxmlformats.org/drawingml/2006/main">
              <a:ext uri="{FF2B5EF4-FFF2-40B4-BE49-F238E27FC236}">
                <a16:creationId xmlns:a16="http://schemas.microsoft.com/office/drawing/2014/main" id="{005A62C3-CE1C-4969-B026-8FDA7291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62">
            <a:extLst xmlns:a="http://schemas.openxmlformats.org/drawingml/2006/main">
              <a:ext uri="{FF2B5EF4-FFF2-40B4-BE49-F238E27FC236}">
                <a16:creationId xmlns:a16="http://schemas.microsoft.com/office/drawing/2014/main" id="{384BEA5E-73DD-48DD-8672-706A73AC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刷写系统</a:t>
            </a:r>
          </a:p>
        </p:txBody>
      </p:sp>
      <p:sp>
        <p:nvSpPr>
          <p:cNvPr id="8" name="text-0063">
            <a:extLst xmlns:a="http://schemas.openxmlformats.org/drawingml/2006/main">
              <a:ext uri="{FF2B5EF4-FFF2-40B4-BE49-F238E27FC236}">
                <a16:creationId xmlns:a16="http://schemas.microsoft.com/office/drawing/2014/main" id="{9F374021-AF9F-45DC-AA0B-AB1DE753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下载板卡对应镜像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 使用厂商推荐工具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 首次启动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 创建用户名和密码</a:t>
            </a:r>
          </a:p>
        </p:txBody>
      </p:sp>
      <p:sp>
        <p:nvSpPr>
          <p:cNvPr id="9" name="shape-0064">
            <a:extLst xmlns:a="http://schemas.openxmlformats.org/drawingml/2006/main">
              <a:ext uri="{FF2B5EF4-FFF2-40B4-BE49-F238E27FC236}">
                <a16:creationId xmlns:a16="http://schemas.microsoft.com/office/drawing/2014/main" id="{0696DCD6-04D1-460B-A0C6-9FD6C937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065">
            <a:extLst xmlns:a="http://schemas.openxmlformats.org/drawingml/2006/main">
              <a:ext uri="{FF2B5EF4-FFF2-40B4-BE49-F238E27FC236}">
                <a16:creationId xmlns:a16="http://schemas.microsoft.com/office/drawing/2014/main" id="{8AA5B509-95CE-43A3-B18A-FBF9C91D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不要混刷其他板卡镜像</a:t>
            </a:r>
          </a:p>
        </p:txBody>
      </p:sp>
      <p:sp>
        <p:nvSpPr>
          <p:cNvPr id="11" name="shape-0066">
            <a:extLst xmlns:a="http://schemas.openxmlformats.org/drawingml/2006/main">
              <a:ext uri="{FF2B5EF4-FFF2-40B4-BE49-F238E27FC236}">
                <a16:creationId xmlns:a16="http://schemas.microsoft.com/office/drawing/2014/main" id="{E9E20C91-D68E-48EE-9B99-63239849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71650"/>
            <a:ext cx="14288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67">
            <a:extLst xmlns:a="http://schemas.openxmlformats.org/drawingml/2006/main">
              <a:ext uri="{FF2B5EF4-FFF2-40B4-BE49-F238E27FC236}">
                <a16:creationId xmlns:a16="http://schemas.microsoft.com/office/drawing/2014/main" id="{5D5E902B-0475-499B-B7FC-5799623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068">
            <a:extLst xmlns:a="http://schemas.openxmlformats.org/drawingml/2006/main">
              <a:ext uri="{FF2B5EF4-FFF2-40B4-BE49-F238E27FC236}">
                <a16:creationId xmlns:a16="http://schemas.microsoft.com/office/drawing/2014/main" id="{E7A314E1-6B4B-4113-8568-079F47B2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24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连接网络</a:t>
            </a:r>
          </a:p>
        </p:txBody>
      </p:sp>
      <p:sp>
        <p:nvSpPr>
          <p:cNvPr id="14" name="text-0069">
            <a:extLst xmlns:a="http://schemas.openxmlformats.org/drawingml/2006/main">
              <a:ext uri="{FF2B5EF4-FFF2-40B4-BE49-F238E27FC236}">
                <a16:creationId xmlns:a16="http://schemas.microsoft.com/office/drawing/2014/main" id="{8CB5C023-F868-454B-B933-49367347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首次配置可接显示器和键盘，连接 Wi‑Fi；也可以直接接网线。</a:t>
            </a:r>
          </a:p>
        </p:txBody>
      </p:sp>
      <p:sp>
        <p:nvSpPr>
          <p:cNvPr id="15" name="shape-0070">
            <a:extLst xmlns:a="http://schemas.openxmlformats.org/drawingml/2006/main">
              <a:ext uri="{FF2B5EF4-FFF2-40B4-BE49-F238E27FC236}">
                <a16:creationId xmlns:a16="http://schemas.microsoft.com/office/drawing/2014/main" id="{72EDF812-0232-4927-87BF-D2CA64E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071">
            <a:extLst xmlns:a="http://schemas.openxmlformats.org/drawingml/2006/main">
              <a:ext uri="{FF2B5EF4-FFF2-40B4-BE49-F238E27FC236}">
                <a16:creationId xmlns:a16="http://schemas.microsoft.com/office/drawing/2014/main" id="{D2C5658C-7B34-4701-9A05-01E25DED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48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text-0072">
            <a:extLst xmlns:a="http://schemas.openxmlformats.org/drawingml/2006/main">
              <a:ext uri="{FF2B5EF4-FFF2-40B4-BE49-F238E27FC236}">
                <a16:creationId xmlns:a16="http://schemas.microsoft.com/office/drawing/2014/main" id="{D405A332-F566-44C8-8693-F6C28FEC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 可以访问互联网</a:t>
            </a:r>
          </a:p>
        </p:txBody>
      </p:sp>
      <p:sp>
        <p:nvSpPr>
          <p:cNvPr id="18" name="shape-0073">
            <a:extLst xmlns:a="http://schemas.openxmlformats.org/drawingml/2006/main">
              <a:ext uri="{FF2B5EF4-FFF2-40B4-BE49-F238E27FC236}">
                <a16:creationId xmlns:a16="http://schemas.microsoft.com/office/drawing/2014/main" id="{F86319D2-5537-47E1-9EA5-1E5CB20A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074">
            <a:extLst xmlns:a="http://schemas.openxmlformats.org/drawingml/2006/main">
              <a:ext uri="{FF2B5EF4-FFF2-40B4-BE49-F238E27FC236}">
                <a16:creationId xmlns:a16="http://schemas.microsoft.com/office/drawing/2014/main" id="{C91C89C3-D618-4979-844D-01580E26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149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075">
            <a:extLst xmlns:a="http://schemas.openxmlformats.org/drawingml/2006/main">
              <a:ext uri="{FF2B5EF4-FFF2-40B4-BE49-F238E27FC236}">
                <a16:creationId xmlns:a16="http://schemas.microsoft.com/office/drawing/2014/main" id="{4A25B370-8AB5-408B-8E8C-C18508FC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244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笔记本与 RK3588 网络可达</a:t>
            </a:r>
          </a:p>
        </p:txBody>
      </p:sp>
    </p:spTree>
    <p:extLst>
      <p:ext uri="{BB962C8B-B14F-4D97-AF65-F5344CB8AC3E}">
        <p14:creationId xmlns:p14="http://schemas.microsoft.com/office/powerpoint/2010/main" val="1191765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076">
            <a:extLst xmlns:a="http://schemas.openxmlformats.org/drawingml/2006/main">
              <a:ext uri="{FF2B5EF4-FFF2-40B4-BE49-F238E27FC236}">
                <a16:creationId xmlns:a16="http://schemas.microsoft.com/office/drawing/2014/main" id="{EC945920-46DC-4385-8C10-16F90C2B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步骤 3</a:t>
            </a:r>
          </a:p>
        </p:txBody>
      </p:sp>
      <p:sp>
        <p:nvSpPr>
          <p:cNvPr id="2" name="text-0077">
            <a:extLst xmlns:a="http://schemas.openxmlformats.org/drawingml/2006/main">
              <a:ext uri="{FF2B5EF4-FFF2-40B4-BE49-F238E27FC236}">
                <a16:creationId xmlns:a16="http://schemas.microsoft.com/office/drawing/2014/main" id="{B3D0F602-3690-4F15-9771-94DDB82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SSH 打通后，板端配置才真正可远程接管</a:t>
            </a:r>
          </a:p>
        </p:txBody>
      </p:sp>
      <p:sp>
        <p:nvSpPr>
          <p:cNvPr id="3" name="shape-0078">
            <a:extLst xmlns:a="http://schemas.openxmlformats.org/drawingml/2006/main">
              <a:ext uri="{FF2B5EF4-FFF2-40B4-BE49-F238E27FC236}">
                <a16:creationId xmlns:a16="http://schemas.microsoft.com/office/drawing/2014/main" id="{B22BB5B1-AB50-4021-AA0F-25AF219B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79">
            <a:extLst xmlns:a="http://schemas.openxmlformats.org/drawingml/2006/main">
              <a:ext uri="{FF2B5EF4-FFF2-40B4-BE49-F238E27FC236}">
                <a16:creationId xmlns:a16="http://schemas.microsoft.com/office/drawing/2014/main" id="{E425D446-7E00-4072-BB44-BD162E9A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 环境配置</a:t>
            </a:r>
          </a:p>
        </p:txBody>
      </p:sp>
      <p:sp>
        <p:nvSpPr>
          <p:cNvPr id="5" name="text-0080">
            <a:extLst xmlns:a="http://schemas.openxmlformats.org/drawingml/2006/main">
              <a:ext uri="{FF2B5EF4-FFF2-40B4-BE49-F238E27FC236}">
                <a16:creationId xmlns:a16="http://schemas.microsoft.com/office/drawing/2014/main" id="{2C728905-E8CF-4E71-8F35-A8C4F03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shape-0081">
            <a:extLst xmlns:a="http://schemas.openxmlformats.org/drawingml/2006/main">
              <a:ext uri="{FF2B5EF4-FFF2-40B4-BE49-F238E27FC236}">
                <a16:creationId xmlns:a16="http://schemas.microsoft.com/office/drawing/2014/main" id="{D14928D2-FCFB-4718-88CB-094BB09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715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hape-0082">
            <a:extLst xmlns:a="http://schemas.openxmlformats.org/drawingml/2006/main">
              <a:ext uri="{FF2B5EF4-FFF2-40B4-BE49-F238E27FC236}">
                <a16:creationId xmlns:a16="http://schemas.microsoft.com/office/drawing/2014/main" id="{CE6B6F10-918C-4C6F-9D8F-8E6EB5C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083">
            <a:extLst xmlns:a="http://schemas.openxmlformats.org/drawingml/2006/main">
              <a:ext uri="{FF2B5EF4-FFF2-40B4-BE49-F238E27FC236}">
                <a16:creationId xmlns:a16="http://schemas.microsoft.com/office/drawing/2014/main" id="{969DDC7E-8B48-45EC-9907-3176EAAD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在 RK3588 上安装并启动 SSH</a:t>
            </a:r>
          </a:p>
        </p:txBody>
      </p:sp>
      <p:sp>
        <p:nvSpPr>
          <p:cNvPr id="9" name="text-0084">
            <a:extLst xmlns:a="http://schemas.openxmlformats.org/drawingml/2006/main">
              <a:ext uri="{FF2B5EF4-FFF2-40B4-BE49-F238E27FC236}">
                <a16:creationId xmlns:a16="http://schemas.microsoft.com/office/drawing/2014/main" id="{CE761656-8BB2-489C-8307-4DAC7E8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2578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sudo apt update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sudo apt install openssh-server net-tools -y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sudo systemctl enable ssh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sudo systemctl start ssh</a:t>
            </a:r>
          </a:p>
        </p:txBody>
      </p:sp>
      <p:sp>
        <p:nvSpPr>
          <p:cNvPr id="10" name="shape-0085">
            <a:extLst xmlns:a="http://schemas.openxmlformats.org/drawingml/2006/main">
              <a:ext uri="{FF2B5EF4-FFF2-40B4-BE49-F238E27FC236}">
                <a16:creationId xmlns:a16="http://schemas.microsoft.com/office/drawing/2014/main" id="{D5D40B83-FB19-45EB-8148-1B54D2F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hape-0086">
            <a:extLst xmlns:a="http://schemas.openxmlformats.org/drawingml/2006/main">
              <a:ext uri="{FF2B5EF4-FFF2-40B4-BE49-F238E27FC236}">
                <a16:creationId xmlns:a16="http://schemas.microsoft.com/office/drawing/2014/main" id="{D26B1820-6205-44EE-BE2C-29FF74E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666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87">
            <a:extLst xmlns:a="http://schemas.openxmlformats.org/drawingml/2006/main">
              <a:ext uri="{FF2B5EF4-FFF2-40B4-BE49-F238E27FC236}">
                <a16:creationId xmlns:a16="http://schemas.microsoft.com/office/drawing/2014/main" id="{8761175E-952C-438C-B8FD-35A4661B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050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检查服务、IP，并从笔记本登录</a:t>
            </a:r>
          </a:p>
        </p:txBody>
      </p:sp>
      <p:sp>
        <p:nvSpPr>
          <p:cNvPr id="13" name="text-0088">
            <a:extLst xmlns:a="http://schemas.openxmlformats.org/drawingml/2006/main">
              <a:ext uri="{FF2B5EF4-FFF2-40B4-BE49-F238E27FC236}">
                <a16:creationId xmlns:a16="http://schemas.microsoft.com/office/drawing/2014/main" id="{CAD2CC4D-6165-41A5-98FC-07DE4DAF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4267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systemctl status ssh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hostname -I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ifconfig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ssh &lt;用户名&gt;@&lt;RK3588-IP&gt;</a:t>
            </a:r>
          </a:p>
        </p:txBody>
      </p:sp>
      <p:sp>
        <p:nvSpPr>
          <p:cNvPr id="14" name="shape-0089">
            <a:extLst xmlns:a="http://schemas.openxmlformats.org/drawingml/2006/main">
              <a:ext uri="{FF2B5EF4-FFF2-40B4-BE49-F238E27FC236}">
                <a16:creationId xmlns:a16="http://schemas.microsoft.com/office/drawing/2014/main" id="{06D5046E-F026-4BD1-84E6-9FE8380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90">
            <a:extLst xmlns:a="http://schemas.openxmlformats.org/drawingml/2006/main">
              <a:ext uri="{FF2B5EF4-FFF2-40B4-BE49-F238E27FC236}">
                <a16:creationId xmlns:a16="http://schemas.microsoft.com/office/drawing/2014/main" id="{32B826DB-50CB-4D80-8511-056ABEA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24475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看到 RK3588 的命令行，就表示 SSH 已经成功。</a:t>
            </a:r>
          </a:p>
        </p:txBody>
      </p:sp>
    </p:spTree>
    <p:extLst>
      <p:ext uri="{BB962C8B-B14F-4D97-AF65-F5344CB8AC3E}">
        <p14:creationId xmlns:p14="http://schemas.microsoft.com/office/powerpoint/2010/main" val="879392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91">
            <a:extLst xmlns:a="http://schemas.openxmlformats.org/drawingml/2006/main">
              <a:ext uri="{FF2B5EF4-FFF2-40B4-BE49-F238E27FC236}">
                <a16:creationId xmlns:a16="http://schemas.microsoft.com/office/drawing/2014/main" id="{EB94DF28-809D-4E24-9F55-2DDF7AE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步骤 4</a:t>
            </a:r>
          </a:p>
        </p:txBody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AADB5EAE-7FEC-40D2-8BE7-9F48BC3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Coding Agent 至少要能完成 5 类动作</a:t>
            </a:r>
          </a:p>
        </p:txBody>
      </p:sp>
      <p:sp>
        <p:nvSpPr>
          <p:cNvPr id="3" name="shape-0093">
            <a:extLst xmlns:a="http://schemas.openxmlformats.org/drawingml/2006/main">
              <a:ext uri="{FF2B5EF4-FFF2-40B4-BE49-F238E27FC236}">
                <a16:creationId xmlns:a16="http://schemas.microsoft.com/office/drawing/2014/main" id="{3DE1886B-3363-4859-A114-DA5AFF4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51B4B727-234C-484C-954F-5DE721E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 环境配置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725EE32B-12D5-4286-8315-F3F8D99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6F9A4AFE-F410-403C-BEDD-B18C5A2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9457CE11-C79B-4496-BA7A-78059D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阅读 Git 仓库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C899503D-3191-4C50-8CC7-8346FA0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理解项目文档、配置和代码结构</a:t>
            </a:r>
          </a:p>
        </p:txBody>
      </p:sp>
      <p:sp>
        <p:nvSpPr>
          <p:cNvPr id="9" name="shape-0099">
            <a:extLst xmlns:a="http://schemas.openxmlformats.org/drawingml/2006/main">
              <a:ext uri="{FF2B5EF4-FFF2-40B4-BE49-F238E27FC236}">
                <a16:creationId xmlns:a16="http://schemas.microsoft.com/office/drawing/2014/main" id="{5B4698AF-762C-462C-83CD-2D31322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00">
            <a:extLst xmlns:a="http://schemas.openxmlformats.org/drawingml/2006/main">
              <a:ext uri="{FF2B5EF4-FFF2-40B4-BE49-F238E27FC236}">
                <a16:creationId xmlns:a16="http://schemas.microsoft.com/office/drawing/2014/main" id="{7090C01C-CC84-460F-9382-A07D537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6D235215-883C-4B36-B7A3-BFC843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执行本地终端命令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E5508BA9-1FC8-4455-BE45-3D18AF2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安装、检查和验证开发环境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53667D71-BB21-4B2C-AF33-1A43DC9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04">
            <a:extLst xmlns:a="http://schemas.openxmlformats.org/drawingml/2006/main">
              <a:ext uri="{FF2B5EF4-FFF2-40B4-BE49-F238E27FC236}">
                <a16:creationId xmlns:a16="http://schemas.microsoft.com/office/drawing/2014/main" id="{4BCC39DF-6B9E-45A7-94AA-30C3F8C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105">
            <a:extLst xmlns:a="http://schemas.openxmlformats.org/drawingml/2006/main">
              <a:ext uri="{FF2B5EF4-FFF2-40B4-BE49-F238E27FC236}">
                <a16:creationId xmlns:a16="http://schemas.microsoft.com/office/drawing/2014/main" id="{BA86701F-0DA6-40AC-87AE-72F523E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通过 SSH 操作远程主机</a:t>
            </a:r>
          </a:p>
        </p:txBody>
      </p:sp>
      <p:sp>
        <p:nvSpPr>
          <p:cNvPr id="16" name="text-0106">
            <a:extLst xmlns:a="http://schemas.openxmlformats.org/drawingml/2006/main">
              <a:ext uri="{FF2B5EF4-FFF2-40B4-BE49-F238E27FC236}">
                <a16:creationId xmlns:a16="http://schemas.microsoft.com/office/drawing/2014/main" id="{1C7EDAE6-8A86-46F3-9FC4-2D38C62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在 RK3588 上分阶段部署</a:t>
            </a:r>
          </a:p>
        </p:txBody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8294E6A7-9636-497A-9C93-ED2B8C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08">
            <a:extLst xmlns:a="http://schemas.openxmlformats.org/drawingml/2006/main">
              <a:ext uri="{FF2B5EF4-FFF2-40B4-BE49-F238E27FC236}">
                <a16:creationId xmlns:a16="http://schemas.microsoft.com/office/drawing/2014/main" id="{EFA849D1-699A-4CF7-8E91-4CB6FFF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0EBFB8D6-0A5E-4941-A2C4-D0A3716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阅读和修改文件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4481704E-1174-41CB-9D81-FC64AA3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保留已有改动，避免覆盖配置</a:t>
            </a:r>
          </a:p>
        </p:txBody>
      </p:sp>
      <p:sp>
        <p:nvSpPr>
          <p:cNvPr id="21" name="shape-0111">
            <a:extLst xmlns:a="http://schemas.openxmlformats.org/drawingml/2006/main">
              <a:ext uri="{FF2B5EF4-FFF2-40B4-BE49-F238E27FC236}">
                <a16:creationId xmlns:a16="http://schemas.microsoft.com/office/drawing/2014/main" id="{56F1DD1F-C0C7-4C51-9321-58F6CCD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12">
            <a:extLst xmlns:a="http://schemas.openxmlformats.org/drawingml/2006/main">
              <a:ext uri="{FF2B5EF4-FFF2-40B4-BE49-F238E27FC236}">
                <a16:creationId xmlns:a16="http://schemas.microsoft.com/office/drawing/2014/main" id="{95379939-41AD-4ED4-8F13-D3C9954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0113">
            <a:extLst xmlns:a="http://schemas.openxmlformats.org/drawingml/2006/main">
              <a:ext uri="{FF2B5EF4-FFF2-40B4-BE49-F238E27FC236}">
                <a16:creationId xmlns:a16="http://schemas.microsoft.com/office/drawing/2014/main" id="{8E0B9990-773B-46F1-894D-EBA7058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查看结果与日志</a:t>
            </a:r>
          </a:p>
        </p:txBody>
      </p:sp>
      <p:sp>
        <p:nvSpPr>
          <p:cNvPr id="24" name="text-0114">
            <a:extLst xmlns:a="http://schemas.openxmlformats.org/drawingml/2006/main">
              <a:ext uri="{FF2B5EF4-FFF2-40B4-BE49-F238E27FC236}">
                <a16:creationId xmlns:a16="http://schemas.microsoft.com/office/drawing/2014/main" id="{ED09F7B0-9020-402E-B2F2-AB6DAB69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错误先定位，再修复和复验</a:t>
            </a:r>
          </a:p>
        </p:txBody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AE0884C6-8F38-44E4-9F7F-3DA7FA1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16">
            <a:extLst xmlns:a="http://schemas.openxmlformats.org/drawingml/2006/main">
              <a:ext uri="{FF2B5EF4-FFF2-40B4-BE49-F238E27FC236}">
                <a16:creationId xmlns:a16="http://schemas.microsoft.com/office/drawing/2014/main" id="{409F389C-45AA-4EC5-8A08-91DA00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2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可选工具：Codex、Claude Code，或其他具备终端和 SSH 能力的 Coding Agent。</a:t>
            </a:r>
          </a:p>
        </p:txBody>
      </p:sp>
    </p:spTree>
    <p:extLst>
      <p:ext uri="{BB962C8B-B14F-4D97-AF65-F5344CB8AC3E}">
        <p14:creationId xmlns:p14="http://schemas.microsoft.com/office/powerpoint/2010/main" val="18227597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117">
            <a:extLst xmlns:a="http://schemas.openxmlformats.org/drawingml/2006/main">
              <a:ext uri="{FF2B5EF4-FFF2-40B4-BE49-F238E27FC236}">
                <a16:creationId xmlns:a16="http://schemas.microsoft.com/office/drawing/2014/main" id="{F8F7D61C-B60C-4702-B564-0975744E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步骤 5</a:t>
            </a:r>
          </a:p>
        </p:txBody>
      </p:sp>
      <p:sp>
        <p:nvSpPr>
          <p:cNvPr id="2" name="text-0118">
            <a:extLst xmlns:a="http://schemas.openxmlformats.org/drawingml/2006/main">
              <a:ext uri="{FF2B5EF4-FFF2-40B4-BE49-F238E27FC236}">
                <a16:creationId xmlns:a16="http://schemas.microsoft.com/office/drawing/2014/main" id="{152A3429-2043-4AD6-8D34-9BBAE78F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远程部署主链路：笔记本 → SSH → RK3588</a:t>
            </a:r>
          </a:p>
        </p:txBody>
      </p:sp>
      <p:sp>
        <p:nvSpPr>
          <p:cNvPr id="3" name="shape-0119">
            <a:extLst xmlns:a="http://schemas.openxmlformats.org/drawingml/2006/main">
              <a:ext uri="{FF2B5EF4-FFF2-40B4-BE49-F238E27FC236}">
                <a16:creationId xmlns:a16="http://schemas.microsoft.com/office/drawing/2014/main" id="{1BEFAE25-CEDF-4784-865D-AE0384CC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20">
            <a:extLst xmlns:a="http://schemas.openxmlformats.org/drawingml/2006/main">
              <a:ext uri="{FF2B5EF4-FFF2-40B4-BE49-F238E27FC236}">
                <a16:creationId xmlns:a16="http://schemas.microsoft.com/office/drawing/2014/main" id="{031C7661-78F5-4F52-A708-730C71EA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 环境配置</a:t>
            </a:r>
          </a:p>
        </p:txBody>
      </p:sp>
      <p:sp>
        <p:nvSpPr>
          <p:cNvPr id="5" name="text-0121">
            <a:extLst xmlns:a="http://schemas.openxmlformats.org/drawingml/2006/main">
              <a:ext uri="{FF2B5EF4-FFF2-40B4-BE49-F238E27FC236}">
                <a16:creationId xmlns:a16="http://schemas.microsoft.com/office/drawing/2014/main" id="{435A5261-0FC0-4629-BF13-257E762C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shape-0122">
            <a:extLst xmlns:a="http://schemas.openxmlformats.org/drawingml/2006/main">
              <a:ext uri="{FF2B5EF4-FFF2-40B4-BE49-F238E27FC236}">
                <a16:creationId xmlns:a16="http://schemas.microsoft.com/office/drawing/2014/main" id="{750AA9E3-3D02-4981-A52B-907F536A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57500"/>
            <a:ext cx="6743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23">
            <a:extLst xmlns:a="http://schemas.openxmlformats.org/drawingml/2006/main">
              <a:ext uri="{FF2B5EF4-FFF2-40B4-BE49-F238E27FC236}">
                <a16:creationId xmlns:a16="http://schemas.microsoft.com/office/drawing/2014/main" id="{D59362BC-FB8E-4C3A-BA2E-F980B04E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742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text-0124">
            <a:extLst xmlns:a="http://schemas.openxmlformats.org/drawingml/2006/main">
              <a:ext uri="{FF2B5EF4-FFF2-40B4-BE49-F238E27FC236}">
                <a16:creationId xmlns:a16="http://schemas.microsoft.com/office/drawing/2014/main" id="{E1D1C989-BA60-4FD1-B584-64E6B830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742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shape-0125">
            <a:extLst xmlns:a="http://schemas.openxmlformats.org/drawingml/2006/main">
              <a:ext uri="{FF2B5EF4-FFF2-40B4-BE49-F238E27FC236}">
                <a16:creationId xmlns:a16="http://schemas.microsoft.com/office/drawing/2014/main" id="{2F7A2288-3F45-4AF7-BA6A-AB3F6089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hape-0126">
            <a:extLst xmlns:a="http://schemas.openxmlformats.org/drawingml/2006/main">
              <a:ext uri="{FF2B5EF4-FFF2-40B4-BE49-F238E27FC236}">
                <a16:creationId xmlns:a16="http://schemas.microsoft.com/office/drawing/2014/main" id="{29CA6337-BE5D-49E7-8D33-9BC53269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shape-0127">
            <a:extLst xmlns:a="http://schemas.openxmlformats.org/drawingml/2006/main">
              <a:ext uri="{FF2B5EF4-FFF2-40B4-BE49-F238E27FC236}">
                <a16:creationId xmlns:a16="http://schemas.microsoft.com/office/drawing/2014/main" id="{9908D224-7582-4C94-8E36-2272ACD3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2571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0128">
            <a:extLst xmlns:a="http://schemas.openxmlformats.org/drawingml/2006/main">
              <a:ext uri="{FF2B5EF4-FFF2-40B4-BE49-F238E27FC236}">
                <a16:creationId xmlns:a16="http://schemas.microsoft.com/office/drawing/2014/main" id="{5280F808-48D9-4534-92AF-E0B86EAA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笔记本</a:t>
            </a:r>
          </a:p>
        </p:txBody>
      </p:sp>
      <p:sp>
        <p:nvSpPr>
          <p:cNvPr id="13" name="text-0129">
            <a:extLst xmlns:a="http://schemas.openxmlformats.org/drawingml/2006/main">
              <a:ext uri="{FF2B5EF4-FFF2-40B4-BE49-F238E27FC236}">
                <a16:creationId xmlns:a16="http://schemas.microsoft.com/office/drawing/2014/main" id="{26F8FDE0-559B-4F3E-8A6C-B0F2CF03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AI Coding Agent</a:t>
            </a:r>
          </a:p>
        </p:txBody>
      </p:sp>
      <p:sp>
        <p:nvSpPr>
          <p:cNvPr id="14" name="text-0130">
            <a:extLst xmlns:a="http://schemas.openxmlformats.org/drawingml/2006/main">
              <a:ext uri="{FF2B5EF4-FFF2-40B4-BE49-F238E27FC236}">
                <a16:creationId xmlns:a16="http://schemas.microsoft.com/office/drawing/2014/main" id="{0ABF2833-FCD8-49F8-AA06-1D5604AD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SSH</a:t>
            </a:r>
          </a:p>
        </p:txBody>
      </p:sp>
      <p:sp>
        <p:nvSpPr>
          <p:cNvPr id="15" name="text-0131">
            <a:extLst xmlns:a="http://schemas.openxmlformats.org/drawingml/2006/main">
              <a:ext uri="{FF2B5EF4-FFF2-40B4-BE49-F238E27FC236}">
                <a16:creationId xmlns:a16="http://schemas.microsoft.com/office/drawing/2014/main" id="{E1ABF152-D5A8-4536-83DD-5EFA9A51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安全远程入口</a:t>
            </a:r>
          </a:p>
        </p:txBody>
      </p:sp>
      <p:sp>
        <p:nvSpPr>
          <p:cNvPr id="16" name="text-0132">
            <a:extLst xmlns:a="http://schemas.openxmlformats.org/drawingml/2006/main">
              <a:ext uri="{FF2B5EF4-FFF2-40B4-BE49-F238E27FC236}">
                <a16:creationId xmlns:a16="http://schemas.microsoft.com/office/drawing/2014/main" id="{B6CC1CFA-230F-45E2-9818-2222D384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</a:t>
            </a:r>
          </a:p>
        </p:txBody>
      </p:sp>
      <p:sp>
        <p:nvSpPr>
          <p:cNvPr id="17" name="text-0133">
            <a:extLst xmlns:a="http://schemas.openxmlformats.org/drawingml/2006/main">
              <a:ext uri="{FF2B5EF4-FFF2-40B4-BE49-F238E27FC236}">
                <a16:creationId xmlns:a16="http://schemas.microsoft.com/office/drawing/2014/main" id="{6F5F9451-80A0-4687-89DD-8A63A69C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Linux ARM64</a:t>
            </a:r>
          </a:p>
        </p:txBody>
      </p:sp>
      <p:sp>
        <p:nvSpPr>
          <p:cNvPr id="18" name="text-0134">
            <a:extLst xmlns:a="http://schemas.openxmlformats.org/drawingml/2006/main">
              <a:ext uri="{FF2B5EF4-FFF2-40B4-BE49-F238E27FC236}">
                <a16:creationId xmlns:a16="http://schemas.microsoft.com/office/drawing/2014/main" id="{2B2CE25D-6C09-45D3-8378-28F19C14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 必须先阅读  docs/ai/DEPLOY_RK3588.md</a:t>
            </a:r>
          </a:p>
        </p:txBody>
      </p:sp>
      <p:sp>
        <p:nvSpPr>
          <p:cNvPr id="19" name="text-0135">
            <a:extLst xmlns:a="http://schemas.openxmlformats.org/drawingml/2006/main">
              <a:ext uri="{FF2B5EF4-FFF2-40B4-BE49-F238E27FC236}">
                <a16:creationId xmlns:a16="http://schemas.microsoft.com/office/drawing/2014/main" id="{DDF8B715-6AC3-4E13-80A2-C46E3F66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005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检查系统 · 获取仓库 · 安装依赖 · 配置 Python</a:t>
            </a:r>
          </a:p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配置 RKNN / YOLO · 配置 MAVLink · 配置 systemd · 验证运行</a:t>
            </a:r>
          </a:p>
        </p:txBody>
      </p:sp>
    </p:spTree>
    <p:extLst>
      <p:ext uri="{BB962C8B-B14F-4D97-AF65-F5344CB8AC3E}">
        <p14:creationId xmlns:p14="http://schemas.microsoft.com/office/powerpoint/2010/main" val="9809648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136">
            <a:extLst xmlns:a="http://schemas.openxmlformats.org/drawingml/2006/main">
              <a:ext uri="{FF2B5EF4-FFF2-40B4-BE49-F238E27FC236}">
                <a16:creationId xmlns:a16="http://schemas.microsoft.com/office/drawing/2014/main" id="{08309B5C-F6BB-4890-BADB-7ACC952B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2" name="text-0137">
            <a:extLst xmlns:a="http://schemas.openxmlformats.org/drawingml/2006/main">
              <a:ext uri="{FF2B5EF4-FFF2-40B4-BE49-F238E27FC236}">
                <a16:creationId xmlns:a16="http://schemas.microsoft.com/office/drawing/2014/main" id="{698BE7BE-ED9D-4788-B44B-F41D4BB7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给 AI 的指令，先把“不能做什么”写清</a:t>
            </a:r>
          </a:p>
        </p:txBody>
      </p:sp>
      <p:sp>
        <p:nvSpPr>
          <p:cNvPr id="3" name="shape-0138">
            <a:extLst xmlns:a="http://schemas.openxmlformats.org/drawingml/2006/main">
              <a:ext uri="{FF2B5EF4-FFF2-40B4-BE49-F238E27FC236}">
                <a16:creationId xmlns:a16="http://schemas.microsoft.com/office/drawing/2014/main" id="{8E30E100-3144-4F4D-AA0E-37C6F333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39">
            <a:extLst xmlns:a="http://schemas.openxmlformats.org/drawingml/2006/main">
              <a:ext uri="{FF2B5EF4-FFF2-40B4-BE49-F238E27FC236}">
                <a16:creationId xmlns:a16="http://schemas.microsoft.com/office/drawing/2014/main" id="{690414E8-AE1C-4B56-8BD3-E96E5552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 环境配置</a:t>
            </a:r>
          </a:p>
        </p:txBody>
      </p:sp>
      <p:sp>
        <p:nvSpPr>
          <p:cNvPr id="5" name="text-0140">
            <a:extLst xmlns:a="http://schemas.openxmlformats.org/drawingml/2006/main">
              <a:ext uri="{FF2B5EF4-FFF2-40B4-BE49-F238E27FC236}">
                <a16:creationId xmlns:a16="http://schemas.microsoft.com/office/drawing/2014/main" id="{C1AB8193-8159-4BB6-80AD-DC0E8DE9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shape-0141">
            <a:extLst xmlns:a="http://schemas.openxmlformats.org/drawingml/2006/main">
              <a:ext uri="{FF2B5EF4-FFF2-40B4-BE49-F238E27FC236}">
                <a16:creationId xmlns:a16="http://schemas.microsoft.com/office/drawing/2014/main" id="{08CA7892-72BB-48CE-A6C3-78DBF8B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6291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42">
            <a:extLst xmlns:a="http://schemas.openxmlformats.org/drawingml/2006/main">
              <a:ext uri="{FF2B5EF4-FFF2-40B4-BE49-F238E27FC236}">
                <a16:creationId xmlns:a16="http://schemas.microsoft.com/office/drawing/2014/main" id="{C806F8B6-7551-47D8-A6BF-A4826E42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禁止真实控制</a:t>
            </a:r>
          </a:p>
        </p:txBody>
      </p:sp>
      <p:sp>
        <p:nvSpPr>
          <p:cNvPr id="8" name="text-0143">
            <a:extLst xmlns:a="http://schemas.openxmlformats.org/drawingml/2006/main">
              <a:ext uri="{FF2B5EF4-FFF2-40B4-BE49-F238E27FC236}">
                <a16:creationId xmlns:a16="http://schemas.microsoft.com/office/drawing/2014/main" id="{D79F273D-C5AC-4E9A-BC3E-7156CBF5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4019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不发送：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解锁 · 起飞 · 航点 · 速度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降落 · 舵机 · Mission</a:t>
            </a:r>
          </a:p>
        </p:txBody>
      </p:sp>
      <p:sp>
        <p:nvSpPr>
          <p:cNvPr id="9" name="shape-0144">
            <a:extLst xmlns:a="http://schemas.openxmlformats.org/drawingml/2006/main">
              <a:ext uri="{FF2B5EF4-FFF2-40B4-BE49-F238E27FC236}">
                <a16:creationId xmlns:a16="http://schemas.microsoft.com/office/drawing/2014/main" id="{424F80E0-43AE-408E-A82E-CF72756E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45">
            <a:extLst xmlns:a="http://schemas.openxmlformats.org/drawingml/2006/main">
              <a:ext uri="{FF2B5EF4-FFF2-40B4-BE49-F238E27FC236}">
                <a16:creationId xmlns:a16="http://schemas.microsoft.com/office/drawing/2014/main" id="{B91BA991-3603-469F-A584-69C2EAB9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0EDFA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D0EDFA"/>
                </a:solidFill>
                <a:latin typeface="Consolas"/>
                <a:ea typeface="Consolas"/>
                <a:cs typeface="Consolas"/>
              </a:rPr>
              <a:t>executor.send_commands: false</a:t>
            </a:r>
          </a:p>
        </p:txBody>
      </p:sp>
      <p:sp>
        <p:nvSpPr>
          <p:cNvPr id="11" name="text-0146">
            <a:extLst xmlns:a="http://schemas.openxmlformats.org/drawingml/2006/main">
              <a:ext uri="{FF2B5EF4-FFF2-40B4-BE49-F238E27FC236}">
                <a16:creationId xmlns:a16="http://schemas.microsoft.com/office/drawing/2014/main" id="{2D4949F4-C1E7-4F55-9C50-A9724EA1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执行纪律</a:t>
            </a:r>
          </a:p>
        </p:txBody>
      </p:sp>
      <p:sp>
        <p:nvSpPr>
          <p:cNvPr id="12" name="shape-0147">
            <a:extLst xmlns:a="http://schemas.openxmlformats.org/drawingml/2006/main">
              <a:ext uri="{FF2B5EF4-FFF2-40B4-BE49-F238E27FC236}">
                <a16:creationId xmlns:a16="http://schemas.microsoft.com/office/drawing/2014/main" id="{9238433D-1C1C-496E-BD86-B0293292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148">
            <a:extLst xmlns:a="http://schemas.openxmlformats.org/drawingml/2006/main">
              <a:ext uri="{FF2B5EF4-FFF2-40B4-BE49-F238E27FC236}">
                <a16:creationId xmlns:a16="http://schemas.microsoft.com/office/drawing/2014/main" id="{DA5519F6-1FF5-4FC4-AFE7-AF5DFFD3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先检查环境，再安装</a:t>
            </a:r>
          </a:p>
        </p:txBody>
      </p:sp>
      <p:sp>
        <p:nvSpPr>
          <p:cNvPr id="14" name="shape-0149">
            <a:extLst xmlns:a="http://schemas.openxmlformats.org/drawingml/2006/main">
              <a:ext uri="{FF2B5EF4-FFF2-40B4-BE49-F238E27FC236}">
                <a16:creationId xmlns:a16="http://schemas.microsoft.com/office/drawing/2014/main" id="{FA3A1B29-648A-437D-BA07-4ABB0D6B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50">
            <a:extLst xmlns:a="http://schemas.openxmlformats.org/drawingml/2006/main">
              <a:ext uri="{FF2B5EF4-FFF2-40B4-BE49-F238E27FC236}">
                <a16:creationId xmlns:a16="http://schemas.microsoft.com/office/drawing/2014/main" id="{5F4C0277-1A75-4F9C-9825-3644D318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24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硬件信息不确定时先询问</a:t>
            </a:r>
          </a:p>
        </p:txBody>
      </p:sp>
      <p:sp>
        <p:nvSpPr>
          <p:cNvPr id="16" name="shape-0151">
            <a:extLst xmlns:a="http://schemas.openxmlformats.org/drawingml/2006/main">
              <a:ext uri="{FF2B5EF4-FFF2-40B4-BE49-F238E27FC236}">
                <a16:creationId xmlns:a16="http://schemas.microsoft.com/office/drawing/2014/main" id="{64608E35-A77C-428C-A745-D18B3DEA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33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152">
            <a:extLst xmlns:a="http://schemas.openxmlformats.org/drawingml/2006/main">
              <a:ext uri="{FF2B5EF4-FFF2-40B4-BE49-F238E27FC236}">
                <a16:creationId xmlns:a16="http://schemas.microsoft.com/office/drawing/2014/main" id="{2F86603F-9555-4106-803C-64F97F39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每完成一个阶段都验证</a:t>
            </a:r>
          </a:p>
        </p:txBody>
      </p:sp>
      <p:sp>
        <p:nvSpPr>
          <p:cNvPr id="18" name="shape-0153">
            <a:extLst xmlns:a="http://schemas.openxmlformats.org/drawingml/2006/main">
              <a:ext uri="{FF2B5EF4-FFF2-40B4-BE49-F238E27FC236}">
                <a16:creationId xmlns:a16="http://schemas.microsoft.com/office/drawing/2014/main" id="{91231322-96DC-428E-AB83-7AAE45BD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24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54">
            <a:extLst xmlns:a="http://schemas.openxmlformats.org/drawingml/2006/main">
              <a:ext uri="{FF2B5EF4-FFF2-40B4-BE49-F238E27FC236}">
                <a16:creationId xmlns:a16="http://schemas.microsoft.com/office/drawing/2014/main" id="{BECA4868-58D9-4E5B-BAF9-421C9C26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保留已有 Git 改动</a:t>
            </a:r>
          </a:p>
        </p:txBody>
      </p:sp>
      <p:sp>
        <p:nvSpPr>
          <p:cNvPr id="20" name="shape-0155">
            <a:extLst xmlns:a="http://schemas.openxmlformats.org/drawingml/2006/main">
              <a:ext uri="{FF2B5EF4-FFF2-40B4-BE49-F238E27FC236}">
                <a16:creationId xmlns:a16="http://schemas.microsoft.com/office/drawing/2014/main" id="{4F8FC638-1F27-4DAE-814B-C5076E3F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14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156">
            <a:extLst xmlns:a="http://schemas.openxmlformats.org/drawingml/2006/main">
              <a:ext uri="{FF2B5EF4-FFF2-40B4-BE49-F238E27FC236}">
                <a16:creationId xmlns:a16="http://schemas.microsoft.com/office/drawing/2014/main" id="{09A502CA-07E4-4296-B655-DE719C9F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95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不输出密码、私钥或 Token</a:t>
            </a:r>
          </a:p>
        </p:txBody>
      </p:sp>
      <p:sp>
        <p:nvSpPr>
          <p:cNvPr id="22" name="shape-0157">
            <a:extLst xmlns:a="http://schemas.openxmlformats.org/drawingml/2006/main">
              <a:ext uri="{FF2B5EF4-FFF2-40B4-BE49-F238E27FC236}">
                <a16:creationId xmlns:a16="http://schemas.microsoft.com/office/drawing/2014/main" id="{F02B4470-2C16-4A81-B246-8A3BE559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72100"/>
            <a:ext cx="525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58">
            <a:extLst xmlns:a="http://schemas.openxmlformats.org/drawingml/2006/main">
              <a:ext uri="{FF2B5EF4-FFF2-40B4-BE49-F238E27FC236}">
                <a16:creationId xmlns:a16="http://schemas.microsoft.com/office/drawing/2014/main" id="{2C398185-C437-4A33-8266-1278CDB5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86400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遇错先定位原因，不直接重装或覆盖配置。</a:t>
            </a:r>
          </a:p>
        </p:txBody>
      </p:sp>
    </p:spTree>
    <p:extLst>
      <p:ext uri="{BB962C8B-B14F-4D97-AF65-F5344CB8AC3E}">
        <p14:creationId xmlns:p14="http://schemas.microsoft.com/office/powerpoint/2010/main" val="1786129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0159">
            <a:extLst xmlns:a="http://schemas.openxmlformats.org/drawingml/2006/main">
              <a:ext uri="{FF2B5EF4-FFF2-40B4-BE49-F238E27FC236}">
                <a16:creationId xmlns:a16="http://schemas.microsoft.com/office/drawing/2014/main" id="{DB7A040C-A394-44D5-9CD7-C74A612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2" name="text-0160">
            <a:extLst xmlns:a="http://schemas.openxmlformats.org/drawingml/2006/main">
              <a:ext uri="{FF2B5EF4-FFF2-40B4-BE49-F238E27FC236}">
                <a16:creationId xmlns:a16="http://schemas.microsoft.com/office/drawing/2014/main" id="{5873148F-5978-4F5D-9EFF-6276E8F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部署验收看 6 个可观察结果</a:t>
            </a:r>
          </a:p>
        </p:txBody>
      </p:sp>
      <p:sp>
        <p:nvSpPr>
          <p:cNvPr id="3" name="shape-0161">
            <a:extLst xmlns:a="http://schemas.openxmlformats.org/drawingml/2006/main">
              <a:ext uri="{FF2B5EF4-FFF2-40B4-BE49-F238E27FC236}">
                <a16:creationId xmlns:a16="http://schemas.microsoft.com/office/drawing/2014/main" id="{4BE770DD-325A-46B6-B917-8026DE3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2">
            <a:extLst xmlns:a="http://schemas.openxmlformats.org/drawingml/2006/main">
              <a:ext uri="{FF2B5EF4-FFF2-40B4-BE49-F238E27FC236}">
                <a16:creationId xmlns:a16="http://schemas.microsoft.com/office/drawing/2014/main" id="{EEA9BE45-53AE-4E7D-BB76-7A29603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 环境配置</a:t>
            </a:r>
          </a:p>
        </p:txBody>
      </p:sp>
      <p:sp>
        <p:nvSpPr>
          <p:cNvPr id="5" name="text-0163">
            <a:extLst xmlns:a="http://schemas.openxmlformats.org/drawingml/2006/main">
              <a:ext uri="{FF2B5EF4-FFF2-40B4-BE49-F238E27FC236}">
                <a16:creationId xmlns:a16="http://schemas.microsoft.com/office/drawing/2014/main" id="{5A642EE1-E902-4378-BCBC-3C9AB6E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shape-0164">
            <a:extLst xmlns:a="http://schemas.openxmlformats.org/drawingml/2006/main">
              <a:ext uri="{FF2B5EF4-FFF2-40B4-BE49-F238E27FC236}">
                <a16:creationId xmlns:a16="http://schemas.microsoft.com/office/drawing/2014/main" id="{1B91FBC6-6084-4D53-937A-0B247F8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65">
            <a:extLst xmlns:a="http://schemas.openxmlformats.org/drawingml/2006/main">
              <a:ext uri="{FF2B5EF4-FFF2-40B4-BE49-F238E27FC236}">
                <a16:creationId xmlns:a16="http://schemas.microsoft.com/office/drawing/2014/main" id="{F6247B5D-3D94-4F47-8700-A2CEB81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166">
            <a:extLst xmlns:a="http://schemas.openxmlformats.org/drawingml/2006/main">
              <a:ext uri="{FF2B5EF4-FFF2-40B4-BE49-F238E27FC236}">
                <a16:creationId xmlns:a16="http://schemas.microsoft.com/office/drawing/2014/main" id="{C719AD75-63F4-4105-9818-5A2FD5D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app 稳定运行</a:t>
            </a:r>
          </a:p>
        </p:txBody>
      </p:sp>
      <p:sp>
        <p:nvSpPr>
          <p:cNvPr id="9" name="text-0167">
            <a:extLst xmlns:a="http://schemas.openxmlformats.org/drawingml/2006/main">
              <a:ext uri="{FF2B5EF4-FFF2-40B4-BE49-F238E27FC236}">
                <a16:creationId xmlns:a16="http://schemas.microsoft.com/office/drawing/2014/main" id="{D1DEEC32-AF60-4E00-8C07-F9E5855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服务启动后无持续报错</a:t>
            </a:r>
          </a:p>
        </p:txBody>
      </p:sp>
      <p:sp>
        <p:nvSpPr>
          <p:cNvPr id="10" name="shape-0168">
            <a:extLst xmlns:a="http://schemas.openxmlformats.org/drawingml/2006/main">
              <a:ext uri="{FF2B5EF4-FFF2-40B4-BE49-F238E27FC236}">
                <a16:creationId xmlns:a16="http://schemas.microsoft.com/office/drawing/2014/main" id="{A4414E9D-2F5F-426C-945C-E04B1C3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69">
            <a:extLst xmlns:a="http://schemas.openxmlformats.org/drawingml/2006/main">
              <a:ext uri="{FF2B5EF4-FFF2-40B4-BE49-F238E27FC236}">
                <a16:creationId xmlns:a16="http://schemas.microsoft.com/office/drawing/2014/main" id="{A9F7A957-4E08-48D4-B3FE-0B345C88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-0170">
            <a:extLst xmlns:a="http://schemas.openxmlformats.org/drawingml/2006/main">
              <a:ext uri="{FF2B5EF4-FFF2-40B4-BE49-F238E27FC236}">
                <a16:creationId xmlns:a16="http://schemas.microsoft.com/office/drawing/2014/main" id="{825EACF4-8561-486B-91D6-1C6C12B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RKNNLite 加载当前模型</a:t>
            </a:r>
          </a:p>
        </p:txBody>
      </p:sp>
      <p:sp>
        <p:nvSpPr>
          <p:cNvPr id="13" name="text-0171">
            <a:extLst xmlns:a="http://schemas.openxmlformats.org/drawingml/2006/main">
              <a:ext uri="{FF2B5EF4-FFF2-40B4-BE49-F238E27FC236}">
                <a16:creationId xmlns:a16="http://schemas.microsoft.com/office/drawing/2014/main" id="{F416C5EA-F204-47DF-AABD-70DA379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YOLO / RKNN 运行正常</a:t>
            </a:r>
          </a:p>
        </p:txBody>
      </p:sp>
      <p:sp>
        <p:nvSpPr>
          <p:cNvPr id="14" name="shape-0172">
            <a:extLst xmlns:a="http://schemas.openxmlformats.org/drawingml/2006/main">
              <a:ext uri="{FF2B5EF4-FFF2-40B4-BE49-F238E27FC236}">
                <a16:creationId xmlns:a16="http://schemas.microsoft.com/office/drawing/2014/main" id="{2BEB8AE9-C043-4A7E-BD00-017ECAC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73">
            <a:extLst xmlns:a="http://schemas.openxmlformats.org/drawingml/2006/main">
              <a:ext uri="{FF2B5EF4-FFF2-40B4-BE49-F238E27FC236}">
                <a16:creationId xmlns:a16="http://schemas.microsoft.com/office/drawing/2014/main" id="{991796E6-C0C6-4FA9-B69F-64D66A9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text-0174">
            <a:extLst xmlns:a="http://schemas.openxmlformats.org/drawingml/2006/main">
              <a:ext uri="{FF2B5EF4-FFF2-40B4-BE49-F238E27FC236}">
                <a16:creationId xmlns:a16="http://schemas.microsoft.com/office/drawing/2014/main" id="{614DE922-91DA-47C9-A85B-3AF4869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Web UI 可访问</a:t>
            </a:r>
          </a:p>
        </p:txBody>
      </p:sp>
      <p:sp>
        <p:nvSpPr>
          <p:cNvPr id="17" name="text-0175">
            <a:extLst xmlns:a="http://schemas.openxmlformats.org/drawingml/2006/main">
              <a:ext uri="{FF2B5EF4-FFF2-40B4-BE49-F238E27FC236}">
                <a16:creationId xmlns:a16="http://schemas.microsoft.com/office/drawing/2014/main" id="{679AC5CE-0443-4370-B6A8-594C0E3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浏览器能打开板端页面</a:t>
            </a:r>
          </a:p>
        </p:txBody>
      </p:sp>
      <p:sp>
        <p:nvSpPr>
          <p:cNvPr id="18" name="shape-0176">
            <a:extLst xmlns:a="http://schemas.openxmlformats.org/drawingml/2006/main">
              <a:ext uri="{FF2B5EF4-FFF2-40B4-BE49-F238E27FC236}">
                <a16:creationId xmlns:a16="http://schemas.microsoft.com/office/drawing/2014/main" id="{D9C5480A-0E53-4BE1-8031-CE92CD0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77">
            <a:extLst xmlns:a="http://schemas.openxmlformats.org/drawingml/2006/main">
              <a:ext uri="{FF2B5EF4-FFF2-40B4-BE49-F238E27FC236}">
                <a16:creationId xmlns:a16="http://schemas.microsoft.com/office/drawing/2014/main" id="{7C692C86-866D-40F9-BF3F-301C385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178">
            <a:extLst xmlns:a="http://schemas.openxmlformats.org/drawingml/2006/main">
              <a:ext uri="{FF2B5EF4-FFF2-40B4-BE49-F238E27FC236}">
                <a16:creationId xmlns:a16="http://schemas.microsoft.com/office/drawing/2014/main" id="{60357795-2E25-4B89-98C6-70D8168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视频与检测结果可见</a:t>
            </a:r>
          </a:p>
        </p:txBody>
      </p:sp>
      <p:sp>
        <p:nvSpPr>
          <p:cNvPr id="21" name="text-0179">
            <a:extLst xmlns:a="http://schemas.openxmlformats.org/drawingml/2006/main">
              <a:ext uri="{FF2B5EF4-FFF2-40B4-BE49-F238E27FC236}">
                <a16:creationId xmlns:a16="http://schemas.microsoft.com/office/drawing/2014/main" id="{EE30CBED-12D7-4B17-94FF-21CCF23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能看到 YOLO 输出</a:t>
            </a:r>
          </a:p>
        </p:txBody>
      </p:sp>
      <p:sp>
        <p:nvSpPr>
          <p:cNvPr id="22" name="shape-0180">
            <a:extLst xmlns:a="http://schemas.openxmlformats.org/drawingml/2006/main">
              <a:ext uri="{FF2B5EF4-FFF2-40B4-BE49-F238E27FC236}">
                <a16:creationId xmlns:a16="http://schemas.microsoft.com/office/drawing/2014/main" id="{FBA1B0E9-6359-48F0-8E39-88804E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181">
            <a:extLst xmlns:a="http://schemas.openxmlformats.org/drawingml/2006/main">
              <a:ext uri="{FF2B5EF4-FFF2-40B4-BE49-F238E27FC236}">
                <a16:creationId xmlns:a16="http://schemas.microsoft.com/office/drawing/2014/main" id="{7A0128B7-BD6C-44CB-923F-B715B5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-0182">
            <a:extLst xmlns:a="http://schemas.openxmlformats.org/drawingml/2006/main">
              <a:ext uri="{FF2B5EF4-FFF2-40B4-BE49-F238E27FC236}">
                <a16:creationId xmlns:a16="http://schemas.microsoft.com/office/drawing/2014/main" id="{81796FD5-424E-4057-A6CE-2CD90D5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MAVLink 只读状态正常</a:t>
            </a:r>
          </a:p>
        </p:txBody>
      </p:sp>
      <p:sp>
        <p:nvSpPr>
          <p:cNvPr id="25" name="text-0183">
            <a:extLst xmlns:a="http://schemas.openxmlformats.org/drawingml/2006/main">
              <a:ext uri="{FF2B5EF4-FFF2-40B4-BE49-F238E27FC236}">
                <a16:creationId xmlns:a16="http://schemas.microsoft.com/office/drawing/2014/main" id="{81F8E63A-2CC1-428A-B487-EBAEDB5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heartbeat、GPS、姿态可见</a:t>
            </a:r>
          </a:p>
        </p:txBody>
      </p:sp>
      <p:sp>
        <p:nvSpPr>
          <p:cNvPr id="26" name="shape-0184">
            <a:extLst xmlns:a="http://schemas.openxmlformats.org/drawingml/2006/main">
              <a:ext uri="{FF2B5EF4-FFF2-40B4-BE49-F238E27FC236}">
                <a16:creationId xmlns:a16="http://schemas.microsoft.com/office/drawing/2014/main" id="{B6A68847-9163-45EE-8539-FB056C9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85">
            <a:extLst xmlns:a="http://schemas.openxmlformats.org/drawingml/2006/main">
              <a:ext uri="{FF2B5EF4-FFF2-40B4-BE49-F238E27FC236}">
                <a16:creationId xmlns:a16="http://schemas.microsoft.com/office/drawing/2014/main" id="{BC35FC43-85E4-4B17-8059-888741E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-0186">
            <a:extLst xmlns:a="http://schemas.openxmlformats.org/drawingml/2006/main">
              <a:ext uri="{FF2B5EF4-FFF2-40B4-BE49-F238E27FC236}">
                <a16:creationId xmlns:a16="http://schemas.microsoft.com/office/drawing/2014/main" id="{F8981C19-3713-48F0-B0A1-74AE689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SEND OFF 清晰可见</a:t>
            </a:r>
          </a:p>
        </p:txBody>
      </p:sp>
      <p:sp>
        <p:nvSpPr>
          <p:cNvPr id="29" name="text-0187">
            <a:extLst xmlns:a="http://schemas.openxmlformats.org/drawingml/2006/main">
              <a:ext uri="{FF2B5EF4-FFF2-40B4-BE49-F238E27FC236}">
                <a16:creationId xmlns:a16="http://schemas.microsoft.com/office/drawing/2014/main" id="{45D16BFD-0ABF-4106-8A4B-793E7C9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没有运行真实 Action 或完整 Mission</a:t>
            </a:r>
          </a:p>
        </p:txBody>
      </p:sp>
      <p:sp>
        <p:nvSpPr>
          <p:cNvPr id="30" name="shape-0188">
            <a:extLst xmlns:a="http://schemas.openxmlformats.org/drawingml/2006/main">
              <a:ext uri="{FF2B5EF4-FFF2-40B4-BE49-F238E27FC236}">
                <a16:creationId xmlns:a16="http://schemas.microsoft.com/office/drawing/2014/main" id="{DF24A277-C91C-458D-BAD1-EBEFE52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89">
            <a:extLst xmlns:a="http://schemas.openxmlformats.org/drawingml/2006/main">
              <a:ext uri="{FF2B5EF4-FFF2-40B4-BE49-F238E27FC236}">
                <a16:creationId xmlns:a16="http://schemas.microsoft.com/office/drawing/2014/main" id="{771DDF1E-C606-4A5E-975A-04D15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Web UI： http://&lt;RK3588-IP&gt;:8080/</a:t>
            </a:r>
          </a:p>
        </p:txBody>
      </p:sp>
    </p:spTree>
    <p:extLst>
      <p:ext uri="{BB962C8B-B14F-4D97-AF65-F5344CB8AC3E}">
        <p14:creationId xmlns:p14="http://schemas.microsoft.com/office/powerpoint/2010/main" val="14200099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190">
            <a:extLst xmlns:a="http://schemas.openxmlformats.org/drawingml/2006/main">
              <a:ext uri="{FF2B5EF4-FFF2-40B4-BE49-F238E27FC236}">
                <a16:creationId xmlns:a16="http://schemas.microsoft.com/office/drawing/2014/main" id="{CA25565D-FCE7-40CB-9524-7C82D7C5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异常处理</a:t>
            </a:r>
          </a:p>
        </p:txBody>
      </p:sp>
      <p:sp>
        <p:nvSpPr>
          <p:cNvPr id="2" name="text-0191">
            <a:extLst xmlns:a="http://schemas.openxmlformats.org/drawingml/2006/main">
              <a:ext uri="{FF2B5EF4-FFF2-40B4-BE49-F238E27FC236}">
                <a16:creationId xmlns:a16="http://schemas.microsoft.com/office/drawing/2014/main" id="{9704A326-6DC8-49C6-9506-B8E1A7FA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失败时保留证据，修复从日志开始</a:t>
            </a:r>
          </a:p>
        </p:txBody>
      </p:sp>
      <p:sp>
        <p:nvSpPr>
          <p:cNvPr id="3" name="shape-0192">
            <a:extLst xmlns:a="http://schemas.openxmlformats.org/drawingml/2006/main">
              <a:ext uri="{FF2B5EF4-FFF2-40B4-BE49-F238E27FC236}">
                <a16:creationId xmlns:a16="http://schemas.microsoft.com/office/drawing/2014/main" id="{366EDCBC-5D26-488A-944C-35544B11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93">
            <a:extLst xmlns:a="http://schemas.openxmlformats.org/drawingml/2006/main">
              <a:ext uri="{FF2B5EF4-FFF2-40B4-BE49-F238E27FC236}">
                <a16:creationId xmlns:a16="http://schemas.microsoft.com/office/drawing/2014/main" id="{C577AD5E-D78C-43E7-9C0A-AE0FF8EE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 环境配置</a:t>
            </a:r>
          </a:p>
        </p:txBody>
      </p:sp>
      <p:sp>
        <p:nvSpPr>
          <p:cNvPr id="5" name="text-0194">
            <a:extLst xmlns:a="http://schemas.openxmlformats.org/drawingml/2006/main">
              <a:ext uri="{FF2B5EF4-FFF2-40B4-BE49-F238E27FC236}">
                <a16:creationId xmlns:a16="http://schemas.microsoft.com/office/drawing/2014/main" id="{0C82BBD4-6525-4447-BF3B-5751C7F2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shape-0195">
            <a:extLst xmlns:a="http://schemas.openxmlformats.org/drawingml/2006/main">
              <a:ext uri="{FF2B5EF4-FFF2-40B4-BE49-F238E27FC236}">
                <a16:creationId xmlns:a16="http://schemas.microsoft.com/office/drawing/2014/main" id="{BF58A2D6-48FB-40BA-AFF0-9038793D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0196">
            <a:extLst xmlns:a="http://schemas.openxmlformats.org/drawingml/2006/main">
              <a:ext uri="{FF2B5EF4-FFF2-40B4-BE49-F238E27FC236}">
                <a16:creationId xmlns:a16="http://schemas.microsoft.com/office/drawing/2014/main" id="{E2399CC7-70E4-4247-9986-B1B9EAEE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0197">
            <a:extLst xmlns:a="http://schemas.openxmlformats.org/drawingml/2006/main">
              <a:ext uri="{FF2B5EF4-FFF2-40B4-BE49-F238E27FC236}">
                <a16:creationId xmlns:a16="http://schemas.microsoft.com/office/drawing/2014/main" id="{2427F2DA-76A5-47FE-AAEE-43314EAA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0198">
            <a:extLst xmlns:a="http://schemas.openxmlformats.org/drawingml/2006/main">
              <a:ext uri="{FF2B5EF4-FFF2-40B4-BE49-F238E27FC236}">
                <a16:creationId xmlns:a16="http://schemas.microsoft.com/office/drawing/2014/main" id="{C92C6EE5-6A58-4651-A5BB-65931334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99">
            <a:extLst xmlns:a="http://schemas.openxmlformats.org/drawingml/2006/main">
              <a:ext uri="{FF2B5EF4-FFF2-40B4-BE49-F238E27FC236}">
                <a16:creationId xmlns:a16="http://schemas.microsoft.com/office/drawing/2014/main" id="{6ABDD4C3-FF4A-4E15-ABDF-EF3E3986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-0200">
            <a:extLst xmlns:a="http://schemas.openxmlformats.org/drawingml/2006/main">
              <a:ext uri="{FF2B5EF4-FFF2-40B4-BE49-F238E27FC236}">
                <a16:creationId xmlns:a16="http://schemas.microsoft.com/office/drawing/2014/main" id="{882847F0-BA89-4648-ABBD-7B3A85CD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保留报告与日志</a:t>
            </a:r>
          </a:p>
        </p:txBody>
      </p:sp>
      <p:sp>
        <p:nvSpPr>
          <p:cNvPr id="12" name="text-0201">
            <a:extLst xmlns:a="http://schemas.openxmlformats.org/drawingml/2006/main">
              <a:ext uri="{FF2B5EF4-FFF2-40B4-BE49-F238E27FC236}">
                <a16:creationId xmlns:a16="http://schemas.microsoft.com/office/drawing/2014/main" id="{661B19D3-7CC7-41C3-8513-802E5DF6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记下失败阶段、命令输出和相关服务日志。</a:t>
            </a:r>
          </a:p>
        </p:txBody>
      </p:sp>
      <p:sp>
        <p:nvSpPr>
          <p:cNvPr id="13" name="text-0202">
            <a:extLst xmlns:a="http://schemas.openxmlformats.org/drawingml/2006/main">
              <a:ext uri="{FF2B5EF4-FFF2-40B4-BE49-F238E27FC236}">
                <a16:creationId xmlns:a16="http://schemas.microsoft.com/office/drawing/2014/main" id="{E09C8282-4A42-4745-822D-DC9FD827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14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-0203">
            <a:extLst xmlns:a="http://schemas.openxmlformats.org/drawingml/2006/main">
              <a:ext uri="{FF2B5EF4-FFF2-40B4-BE49-F238E27FC236}">
                <a16:creationId xmlns:a16="http://schemas.microsoft.com/office/drawing/2014/main" id="{E3B63B2D-0ECA-4D1E-8D58-D0D644DB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定位具体原因</a:t>
            </a:r>
          </a:p>
        </p:txBody>
      </p:sp>
      <p:sp>
        <p:nvSpPr>
          <p:cNvPr id="15" name="text-0204">
            <a:extLst xmlns:a="http://schemas.openxmlformats.org/drawingml/2006/main">
              <a:ext uri="{FF2B5EF4-FFF2-40B4-BE49-F238E27FC236}">
                <a16:creationId xmlns:a16="http://schemas.microsoft.com/office/drawing/2014/main" id="{54C8DBDA-6939-4250-BAA0-6709A304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4815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先确认网络、版本、依赖、权限或配置问题。</a:t>
            </a:r>
          </a:p>
        </p:txBody>
      </p:sp>
      <p:sp>
        <p:nvSpPr>
          <p:cNvPr id="16" name="text-0205">
            <a:extLst xmlns:a="http://schemas.openxmlformats.org/drawingml/2006/main">
              <a:ext uri="{FF2B5EF4-FFF2-40B4-BE49-F238E27FC236}">
                <a16:creationId xmlns:a16="http://schemas.microsoft.com/office/drawing/2014/main" id="{CE708540-F8FB-49E7-AE19-736643A2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-0206">
            <a:extLst xmlns:a="http://schemas.openxmlformats.org/drawingml/2006/main">
              <a:ext uri="{FF2B5EF4-FFF2-40B4-BE49-F238E27FC236}">
                <a16:creationId xmlns:a16="http://schemas.microsoft.com/office/drawing/2014/main" id="{B6F9EB92-B135-4A2B-9E2C-40A1BAE0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95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小步修复并复验</a:t>
            </a:r>
          </a:p>
        </p:txBody>
      </p:sp>
      <p:sp>
        <p:nvSpPr>
          <p:cNvPr id="18" name="text-0207">
            <a:extLst xmlns:a="http://schemas.openxmlformats.org/drawingml/2006/main">
              <a:ext uri="{FF2B5EF4-FFF2-40B4-BE49-F238E27FC236}">
                <a16:creationId xmlns:a16="http://schemas.microsoft.com/office/drawing/2014/main" id="{2675CE44-CDD6-4453-9B87-734A93F8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4815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不要直接重装系统，也不要覆盖现有配置。</a:t>
            </a:r>
          </a:p>
        </p:txBody>
      </p:sp>
      <p:sp>
        <p:nvSpPr>
          <p:cNvPr id="19" name="shape-0208">
            <a:extLst xmlns:a="http://schemas.openxmlformats.org/drawingml/2006/main">
              <a:ext uri="{FF2B5EF4-FFF2-40B4-BE49-F238E27FC236}">
                <a16:creationId xmlns:a16="http://schemas.microsoft.com/office/drawing/2014/main" id="{5183E195-161D-4242-A836-F4DB9E3A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209">
            <a:extLst xmlns:a="http://schemas.openxmlformats.org/drawingml/2006/main">
              <a:ext uri="{FF2B5EF4-FFF2-40B4-BE49-F238E27FC236}">
                <a16:creationId xmlns:a16="http://schemas.microsoft.com/office/drawing/2014/main" id="{31DB98BA-D92C-4E0F-95B5-9B693270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下载较慢时：仅在确认镜像来源可信后，再切换国内镜像源。</a:t>
            </a:r>
          </a:p>
        </p:txBody>
      </p:sp>
    </p:spTree>
    <p:extLst>
      <p:ext uri="{BB962C8B-B14F-4D97-AF65-F5344CB8AC3E}">
        <p14:creationId xmlns:p14="http://schemas.microsoft.com/office/powerpoint/2010/main" val="11012254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210">
            <a:extLst xmlns:a="http://schemas.openxmlformats.org/drawingml/2006/main">
              <a:ext uri="{FF2B5EF4-FFF2-40B4-BE49-F238E27FC236}">
                <a16:creationId xmlns:a16="http://schemas.microsoft.com/office/drawing/2014/main" id="{FA1AF2B7-FB5C-4567-ACAA-AFA98220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2" name="text-0211">
            <a:extLst xmlns:a="http://schemas.openxmlformats.org/drawingml/2006/main">
              <a:ext uri="{FF2B5EF4-FFF2-40B4-BE49-F238E27FC236}">
                <a16:creationId xmlns:a16="http://schemas.microsoft.com/office/drawing/2014/main" id="{C357CD3D-E60D-46AA-A4E1-FA134A8B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 验收通过后，再在笔记本准备 SITL</a:t>
            </a:r>
          </a:p>
        </p:txBody>
      </p:sp>
      <p:sp>
        <p:nvSpPr>
          <p:cNvPr id="3" name="shape-0212">
            <a:extLst xmlns:a="http://schemas.openxmlformats.org/drawingml/2006/main">
              <a:ext uri="{FF2B5EF4-FFF2-40B4-BE49-F238E27FC236}">
                <a16:creationId xmlns:a16="http://schemas.microsoft.com/office/drawing/2014/main" id="{CDE80E7A-A142-443F-A9E6-418F4F47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13">
            <a:extLst xmlns:a="http://schemas.openxmlformats.org/drawingml/2006/main">
              <a:ext uri="{FF2B5EF4-FFF2-40B4-BE49-F238E27FC236}">
                <a16:creationId xmlns:a16="http://schemas.microsoft.com/office/drawing/2014/main" id="{54248FA7-7E43-47C7-A7EB-8744F4D8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 环境配置</a:t>
            </a:r>
          </a:p>
        </p:txBody>
      </p:sp>
      <p:sp>
        <p:nvSpPr>
          <p:cNvPr id="5" name="text-0214">
            <a:extLst xmlns:a="http://schemas.openxmlformats.org/drawingml/2006/main">
              <a:ext uri="{FF2B5EF4-FFF2-40B4-BE49-F238E27FC236}">
                <a16:creationId xmlns:a16="http://schemas.microsoft.com/office/drawing/2014/main" id="{6688F636-DD47-4D82-887A-AE52A17D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text-0215">
            <a:extLst xmlns:a="http://schemas.openxmlformats.org/drawingml/2006/main">
              <a:ext uri="{FF2B5EF4-FFF2-40B4-BE49-F238E27FC236}">
                <a16:creationId xmlns:a16="http://schemas.microsoft.com/office/drawing/2014/main" id="{7B3F6DF6-2835-4688-8159-A29EEB66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仿真环境包含</a:t>
            </a:r>
          </a:p>
        </p:txBody>
      </p:sp>
      <p:sp>
        <p:nvSpPr>
          <p:cNvPr id="7" name="text-0216">
            <a:extLst xmlns:a="http://schemas.openxmlformats.org/drawingml/2006/main">
              <a:ext uri="{FF2B5EF4-FFF2-40B4-BE49-F238E27FC236}">
                <a16:creationId xmlns:a16="http://schemas.microsoft.com/office/drawing/2014/main" id="{4A000326-D3A7-4970-9E9A-A16218B6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762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ArduPilot SITL</a:t>
            </a:r>
          </a:p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Gazebo</a:t>
            </a:r>
          </a:p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ardupilot_gazebo</a:t>
            </a:r>
          </a:p>
        </p:txBody>
      </p:sp>
      <p:sp>
        <p:nvSpPr>
          <p:cNvPr id="8" name="shape-0217">
            <a:extLst xmlns:a="http://schemas.openxmlformats.org/drawingml/2006/main">
              <a:ext uri="{FF2B5EF4-FFF2-40B4-BE49-F238E27FC236}">
                <a16:creationId xmlns:a16="http://schemas.microsoft.com/office/drawing/2014/main" id="{7AD5E545-8676-43EB-9EB2-71617584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218">
            <a:extLst xmlns:a="http://schemas.openxmlformats.org/drawingml/2006/main">
              <a:ext uri="{FF2B5EF4-FFF2-40B4-BE49-F238E27FC236}">
                <a16:creationId xmlns:a16="http://schemas.microsoft.com/office/drawing/2014/main" id="{6D6C9B65-12E9-4463-A481-13CB9DC0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先仿真验证，再进入实飞测试</a:t>
            </a:r>
          </a:p>
        </p:txBody>
      </p:sp>
      <p:sp>
        <p:nvSpPr>
          <p:cNvPr id="10" name="shape-0219">
            <a:extLst xmlns:a="http://schemas.openxmlformats.org/drawingml/2006/main">
              <a:ext uri="{FF2B5EF4-FFF2-40B4-BE49-F238E27FC236}">
                <a16:creationId xmlns:a16="http://schemas.microsoft.com/office/drawing/2014/main" id="{AFC999B3-8F79-4277-A502-DD516925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14288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220">
            <a:extLst xmlns:a="http://schemas.openxmlformats.org/drawingml/2006/main">
              <a:ext uri="{FF2B5EF4-FFF2-40B4-BE49-F238E27FC236}">
                <a16:creationId xmlns:a16="http://schemas.microsoft.com/office/drawing/2014/main" id="{BED58D36-55B4-4259-AEA4-B35405CC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推荐学习顺序</a:t>
            </a:r>
          </a:p>
        </p:txBody>
      </p:sp>
      <p:sp>
        <p:nvSpPr>
          <p:cNvPr id="12" name="text-0221">
            <a:extLst xmlns:a="http://schemas.openxmlformats.org/drawingml/2006/main">
              <a:ext uri="{FF2B5EF4-FFF2-40B4-BE49-F238E27FC236}">
                <a16:creationId xmlns:a16="http://schemas.microsoft.com/office/drawing/2014/main" id="{F62C8E30-5297-4A1C-8240-9BE78D6D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648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  安装仿真依赖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  下一章启动并测试 SITL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  安全路径通过后再考虑实飞</a:t>
            </a:r>
          </a:p>
        </p:txBody>
      </p:sp>
      <p:sp>
        <p:nvSpPr>
          <p:cNvPr id="13" name="text-0222">
            <a:extLst xmlns:a="http://schemas.openxmlformats.org/drawingml/2006/main">
              <a:ext uri="{FF2B5EF4-FFF2-40B4-BE49-F238E27FC236}">
                <a16:creationId xmlns:a16="http://schemas.microsoft.com/office/drawing/2014/main" id="{2945357A-A4A1-40A2-A436-725E7129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视频：bilibili.com/video/BV18fzaB6E6q</a:t>
            </a:r>
          </a:p>
        </p:txBody>
      </p:sp>
    </p:spTree>
    <p:extLst>
      <p:ext uri="{BB962C8B-B14F-4D97-AF65-F5344CB8AC3E}">
        <p14:creationId xmlns:p14="http://schemas.microsoft.com/office/powerpoint/2010/main" val="559167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0223">
            <a:extLst xmlns:a="http://schemas.openxmlformats.org/drawingml/2006/main">
              <a:ext uri="{FF2B5EF4-FFF2-40B4-BE49-F238E27FC236}">
                <a16:creationId xmlns:a16="http://schemas.microsoft.com/office/drawing/2014/main" id="{979A7CCA-0E0F-4BA2-89BA-D97034B9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完成门禁</a:t>
            </a:r>
          </a:p>
        </p:txBody>
      </p:sp>
      <p:sp>
        <p:nvSpPr>
          <p:cNvPr id="2" name="text-0224">
            <a:extLst xmlns:a="http://schemas.openxmlformats.org/drawingml/2006/main">
              <a:ext uri="{FF2B5EF4-FFF2-40B4-BE49-F238E27FC236}">
                <a16:creationId xmlns:a16="http://schemas.microsoft.com/office/drawing/2014/main" id="{6D1CE7D9-AC4B-4C3F-9C28-03235D74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全绿以后，再进入 SITL</a:t>
            </a:r>
          </a:p>
        </p:txBody>
      </p:sp>
      <p:sp>
        <p:nvSpPr>
          <p:cNvPr id="3" name="text-0225">
            <a:extLst xmlns:a="http://schemas.openxmlformats.org/drawingml/2006/main">
              <a:ext uri="{FF2B5EF4-FFF2-40B4-BE49-F238E27FC236}">
                <a16:creationId xmlns:a16="http://schemas.microsoft.com/office/drawing/2014/main" id="{DEFC3D67-7F3C-4932-891C-7C62FE4F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4" name="shape-0226">
            <a:extLst xmlns:a="http://schemas.openxmlformats.org/drawingml/2006/main">
              <a:ext uri="{FF2B5EF4-FFF2-40B4-BE49-F238E27FC236}">
                <a16:creationId xmlns:a16="http://schemas.microsoft.com/office/drawing/2014/main" id="{C7B94239-57D3-4D04-A2A7-1AB3C8C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227">
            <a:extLst xmlns:a="http://schemas.openxmlformats.org/drawingml/2006/main">
              <a:ext uri="{FF2B5EF4-FFF2-40B4-BE49-F238E27FC236}">
                <a16:creationId xmlns:a16="http://schemas.microsoft.com/office/drawing/2014/main" id="{FE5B2726-238D-48B8-8074-49241BE0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Linux ARM64 已启动</a:t>
            </a:r>
          </a:p>
        </p:txBody>
      </p:sp>
      <p:sp>
        <p:nvSpPr>
          <p:cNvPr id="6" name="shape-0228">
            <a:extLst xmlns:a="http://schemas.openxmlformats.org/drawingml/2006/main">
              <a:ext uri="{FF2B5EF4-FFF2-40B4-BE49-F238E27FC236}">
                <a16:creationId xmlns:a16="http://schemas.microsoft.com/office/drawing/2014/main" id="{3080E355-BACC-41A3-BFBB-2DAA19A8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229">
            <a:extLst xmlns:a="http://schemas.openxmlformats.org/drawingml/2006/main">
              <a:ext uri="{FF2B5EF4-FFF2-40B4-BE49-F238E27FC236}">
                <a16:creationId xmlns:a16="http://schemas.microsoft.com/office/drawing/2014/main" id="{658C7908-6CA4-4784-9D53-90A5C43F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 可联网</a:t>
            </a:r>
          </a:p>
        </p:txBody>
      </p:sp>
      <p:sp>
        <p:nvSpPr>
          <p:cNvPr id="8" name="shape-0230">
            <a:extLst xmlns:a="http://schemas.openxmlformats.org/drawingml/2006/main">
              <a:ext uri="{FF2B5EF4-FFF2-40B4-BE49-F238E27FC236}">
                <a16:creationId xmlns:a16="http://schemas.microsoft.com/office/drawing/2014/main" id="{C838D9CB-532C-4871-B73F-9C351F58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231">
            <a:extLst xmlns:a="http://schemas.openxmlformats.org/drawingml/2006/main">
              <a:ext uri="{FF2B5EF4-FFF2-40B4-BE49-F238E27FC236}">
                <a16:creationId xmlns:a16="http://schemas.microsoft.com/office/drawing/2014/main" id="{34FE08BF-73D6-445B-8945-49C3278A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笔记本可 SSH 登录</a:t>
            </a:r>
          </a:p>
        </p:txBody>
      </p:sp>
      <p:sp>
        <p:nvSpPr>
          <p:cNvPr id="10" name="shape-0232">
            <a:extLst xmlns:a="http://schemas.openxmlformats.org/drawingml/2006/main">
              <a:ext uri="{FF2B5EF4-FFF2-40B4-BE49-F238E27FC236}">
                <a16:creationId xmlns:a16="http://schemas.microsoft.com/office/drawing/2014/main" id="{5434B201-ECC0-4F29-BE46-A58D65EF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233">
            <a:extLst xmlns:a="http://schemas.openxmlformats.org/drawingml/2006/main">
              <a:ext uri="{FF2B5EF4-FFF2-40B4-BE49-F238E27FC236}">
                <a16:creationId xmlns:a16="http://schemas.microsoft.com/office/drawing/2014/main" id="{83F0591D-25A6-4D45-9015-EBDDE01F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12" name="shape-0234">
            <a:extLst xmlns:a="http://schemas.openxmlformats.org/drawingml/2006/main">
              <a:ext uri="{FF2B5EF4-FFF2-40B4-BE49-F238E27FC236}">
                <a16:creationId xmlns:a16="http://schemas.microsoft.com/office/drawing/2014/main" id="{15AAE908-9A3F-4605-AD44-0348ABBB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35">
            <a:extLst xmlns:a="http://schemas.openxmlformats.org/drawingml/2006/main">
              <a:ext uri="{FF2B5EF4-FFF2-40B4-BE49-F238E27FC236}">
                <a16:creationId xmlns:a16="http://schemas.microsoft.com/office/drawing/2014/main" id="{5F12F4B6-6AEA-40A6-B597-A0B964C9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已读部署文档</a:t>
            </a:r>
          </a:p>
        </p:txBody>
      </p:sp>
      <p:sp>
        <p:nvSpPr>
          <p:cNvPr id="14" name="shape-0236">
            <a:extLst xmlns:a="http://schemas.openxmlformats.org/drawingml/2006/main">
              <a:ext uri="{FF2B5EF4-FFF2-40B4-BE49-F238E27FC236}">
                <a16:creationId xmlns:a16="http://schemas.microsoft.com/office/drawing/2014/main" id="{34ADCB67-BE77-441B-9A74-E52DD9E9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237">
            <a:extLst xmlns:a="http://schemas.openxmlformats.org/drawingml/2006/main">
              <a:ext uri="{FF2B5EF4-FFF2-40B4-BE49-F238E27FC236}">
                <a16:creationId xmlns:a16="http://schemas.microsoft.com/office/drawing/2014/main" id="{8DCE8FEC-3FE2-49F3-A0D3-75773A2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576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app 与 YOLO / RKNN 正常</a:t>
            </a:r>
          </a:p>
        </p:txBody>
      </p:sp>
      <p:sp>
        <p:nvSpPr>
          <p:cNvPr id="16" name="shape-0238">
            <a:extLst xmlns:a="http://schemas.openxmlformats.org/drawingml/2006/main">
              <a:ext uri="{FF2B5EF4-FFF2-40B4-BE49-F238E27FC236}">
                <a16:creationId xmlns:a16="http://schemas.microsoft.com/office/drawing/2014/main" id="{386214E2-6C14-4659-931C-9BC15091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43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239">
            <a:extLst xmlns:a="http://schemas.openxmlformats.org/drawingml/2006/main">
              <a:ext uri="{FF2B5EF4-FFF2-40B4-BE49-F238E27FC236}">
                <a16:creationId xmlns:a16="http://schemas.microsoft.com/office/drawing/2014/main" id="{EF646540-1DF2-4CF6-B5A7-257CDF04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05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Web UI 可访问</a:t>
            </a:r>
          </a:p>
        </p:txBody>
      </p:sp>
      <p:sp>
        <p:nvSpPr>
          <p:cNvPr id="18" name="shape-0240">
            <a:extLst xmlns:a="http://schemas.openxmlformats.org/drawingml/2006/main">
              <a:ext uri="{FF2B5EF4-FFF2-40B4-BE49-F238E27FC236}">
                <a16:creationId xmlns:a16="http://schemas.microsoft.com/office/drawing/2014/main" id="{1CC1802C-A583-45E7-A656-F9577749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41">
            <a:extLst xmlns:a="http://schemas.openxmlformats.org/drawingml/2006/main">
              <a:ext uri="{FF2B5EF4-FFF2-40B4-BE49-F238E27FC236}">
                <a16:creationId xmlns:a16="http://schemas.microsoft.com/office/drawing/2014/main" id="{3349CF49-EC77-41B3-BF84-040A6AB3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20" name="shape-0242">
            <a:extLst xmlns:a="http://schemas.openxmlformats.org/drawingml/2006/main">
              <a:ext uri="{FF2B5EF4-FFF2-40B4-BE49-F238E27FC236}">
                <a16:creationId xmlns:a16="http://schemas.microsoft.com/office/drawing/2014/main" id="{F76DD259-FAC1-43E2-B11F-5D5FE69B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243">
            <a:extLst xmlns:a="http://schemas.openxmlformats.org/drawingml/2006/main">
              <a:ext uri="{FF2B5EF4-FFF2-40B4-BE49-F238E27FC236}">
                <a16:creationId xmlns:a16="http://schemas.microsoft.com/office/drawing/2014/main" id="{D3BAA63C-3666-48A2-B589-8118EE4C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MAVLink 仅只读</a:t>
            </a:r>
          </a:p>
        </p:txBody>
      </p:sp>
      <p:sp>
        <p:nvSpPr>
          <p:cNvPr id="22" name="shape-0244">
            <a:extLst xmlns:a="http://schemas.openxmlformats.org/drawingml/2006/main">
              <a:ext uri="{FF2B5EF4-FFF2-40B4-BE49-F238E27FC236}">
                <a16:creationId xmlns:a16="http://schemas.microsoft.com/office/drawing/2014/main" id="{5C6BFC65-4B76-42FF-A7CD-1D29F9D3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245">
            <a:extLst xmlns:a="http://schemas.openxmlformats.org/drawingml/2006/main">
              <a:ext uri="{FF2B5EF4-FFF2-40B4-BE49-F238E27FC236}">
                <a16:creationId xmlns:a16="http://schemas.microsoft.com/office/drawing/2014/main" id="{5039A5A8-D0A8-4EC7-B05E-36735F5B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未运行真实 Action / Mission</a:t>
            </a:r>
          </a:p>
        </p:txBody>
      </p:sp>
      <p:sp>
        <p:nvSpPr>
          <p:cNvPr id="24" name="shape-0246">
            <a:extLst xmlns:a="http://schemas.openxmlformats.org/drawingml/2006/main">
              <a:ext uri="{FF2B5EF4-FFF2-40B4-BE49-F238E27FC236}">
                <a16:creationId xmlns:a16="http://schemas.microsoft.com/office/drawing/2014/main" id="{DEDADAAF-A0CF-4A44-B64A-4D30C2B1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0247">
            <a:extLst xmlns:a="http://schemas.openxmlformats.org/drawingml/2006/main">
              <a:ext uri="{FF2B5EF4-FFF2-40B4-BE49-F238E27FC236}">
                <a16:creationId xmlns:a16="http://schemas.microsoft.com/office/drawing/2014/main" id="{62FF969E-56C4-47D4-9249-C476B97E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executor.send_commands = false</a:t>
            </a:r>
          </a:p>
        </p:txBody>
      </p:sp>
      <p:sp>
        <p:nvSpPr>
          <p:cNvPr id="26" name="shape-0248">
            <a:extLst xmlns:a="http://schemas.openxmlformats.org/drawingml/2006/main">
              <a:ext uri="{FF2B5EF4-FFF2-40B4-BE49-F238E27FC236}">
                <a16:creationId xmlns:a16="http://schemas.microsoft.com/office/drawing/2014/main" id="{5DC0EF38-37EA-46DF-88BC-8FE73037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249">
            <a:extLst xmlns:a="http://schemas.openxmlformats.org/drawingml/2006/main">
              <a:ext uri="{FF2B5EF4-FFF2-40B4-BE49-F238E27FC236}">
                <a16:creationId xmlns:a16="http://schemas.microsoft.com/office/drawing/2014/main" id="{D19593F9-3764-4DC8-9C3D-83C41AD1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下一章：05 SITL 测试</a:t>
            </a:r>
          </a:p>
        </p:txBody>
      </p:sp>
    </p:spTree>
    <p:extLst>
      <p:ext uri="{BB962C8B-B14F-4D97-AF65-F5344CB8AC3E}">
        <p14:creationId xmlns:p14="http://schemas.microsoft.com/office/powerpoint/2010/main" val="1557744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2026-08-15T14:43:27.6150000Z</dcterms:created>
  <dcterms:modified xsi:type="dcterms:W3CDTF">2026-08-15T14:43:27.6150000Z</dcterms:modified>
</coreProperties>
</file>
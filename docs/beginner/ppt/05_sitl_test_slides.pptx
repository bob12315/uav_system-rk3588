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b579b4e78c4d8c" /><Relationship Type="http://schemas.openxmlformats.org/officeDocument/2006/relationships/extended-properties" Target="/docProps/app.xml" Id="R245313a2f6cf44ad" /><Relationship Type="http://schemas.openxmlformats.org/officeDocument/2006/relationships/officeDocument" Target="/ppt/presentation.xml" Id="R91e3b2907f2249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eb89e012bf4aa6"/>
  </p:sldMasterIdLst>
  <p:notesMasterIdLst>
    <p:notesMasterId xmlns:r="http://schemas.openxmlformats.org/officeDocument/2006/relationships" r:id="Rb2026d93ada044dd"/>
  </p:notesMasterIdLst>
  <p:sldIdLst>
    <p:sldId xmlns:r="http://schemas.openxmlformats.org/officeDocument/2006/relationships" id="256" r:id="R0a9c055b4a064a53"/>
    <p:sldId xmlns:r="http://schemas.openxmlformats.org/officeDocument/2006/relationships" id="257" r:id="R0f7d1a1299f2494e"/>
    <p:sldId xmlns:r="http://schemas.openxmlformats.org/officeDocument/2006/relationships" id="258" r:id="R9fb47df83e4c44d9"/>
    <p:sldId xmlns:r="http://schemas.openxmlformats.org/officeDocument/2006/relationships" id="259" r:id="Rc9605c7988084a79"/>
    <p:sldId xmlns:r="http://schemas.openxmlformats.org/officeDocument/2006/relationships" id="260" r:id="R60b82b23413b459d"/>
    <p:sldId xmlns:r="http://schemas.openxmlformats.org/officeDocument/2006/relationships" id="261" r:id="Rb7c65af558ce45dd"/>
    <p:sldId xmlns:r="http://schemas.openxmlformats.org/officeDocument/2006/relationships" id="262" r:id="R54a727c8a03044f1"/>
    <p:sldId xmlns:r="http://schemas.openxmlformats.org/officeDocument/2006/relationships" id="263" r:id="Rb008172fa31c483c"/>
    <p:sldId xmlns:r="http://schemas.openxmlformats.org/officeDocument/2006/relationships" id="264" r:id="Rdd5b1b18f37645af"/>
    <p:sldId xmlns:r="http://schemas.openxmlformats.org/officeDocument/2006/relationships" id="265" r:id="R499a9e0eb0ad4326"/>
    <p:sldId xmlns:r="http://schemas.openxmlformats.org/officeDocument/2006/relationships" id="266" r:id="Rbede2e1bcc1141f5"/>
    <p:sldId xmlns:r="http://schemas.openxmlformats.org/officeDocument/2006/relationships" id="267" r:id="Rc006022a5d454b6a"/>
    <p:sldId xmlns:r="http://schemas.openxmlformats.org/officeDocument/2006/relationships" id="268" r:id="R37b82e6078244200"/>
    <p:sldId xmlns:r="http://schemas.openxmlformats.org/officeDocument/2006/relationships" id="269" r:id="Rd85017d745b24191"/>
    <p:sldId xmlns:r="http://schemas.openxmlformats.org/officeDocument/2006/relationships" id="270" r:id="R1a3751a312c444e6"/>
    <p:sldId xmlns:r="http://schemas.openxmlformats.org/officeDocument/2006/relationships" id="271" r:id="R91e373539b334310"/>
    <p:sldId xmlns:r="http://schemas.openxmlformats.org/officeDocument/2006/relationships" id="272" r:id="R754d451e79fe4e75"/>
    <p:sldId xmlns:r="http://schemas.openxmlformats.org/officeDocument/2006/relationships" id="273" r:id="Re131eb9f28cc45e5"/>
    <p:sldId xmlns:r="http://schemas.openxmlformats.org/officeDocument/2006/relationships" id="274" r:id="R3d207991bd3844f3"/>
    <p:sldId xmlns:r="http://schemas.openxmlformats.org/officeDocument/2006/relationships" id="275" r:id="R55f20497c6e145ec"/>
    <p:sldId xmlns:r="http://schemas.openxmlformats.org/officeDocument/2006/relationships" id="276" r:id="R1353dde5cbc0481a"/>
    <p:sldId xmlns:r="http://schemas.openxmlformats.org/officeDocument/2006/relationships" id="277" r:id="R11575ef8041a4e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9f3599d0614e0c" /><Relationship Type="http://schemas.openxmlformats.org/officeDocument/2006/relationships/slideMaster" Target="/ppt/slideMasters/slideMaster1.xml" Id="R1feb89e012bf4aa6" /><Relationship Type="http://schemas.openxmlformats.org/officeDocument/2006/relationships/notesMaster" Target="/ppt/notesMasters/notesMaster1.xml" Id="Rb2026d93ada044dd" /><Relationship Type="http://schemas.openxmlformats.org/officeDocument/2006/relationships/presProps" Target="/ppt/presProps.xml" Id="Rd231b76c1c184a35" /><Relationship Type="http://schemas.openxmlformats.org/officeDocument/2006/relationships/tableStyles" Target="/ppt/tableStyles.xml" Id="R9b93124e141b42bf" /><Relationship Type="http://schemas.openxmlformats.org/officeDocument/2006/relationships/slide" Target="/ppt/slides/slide1.xml" Id="R0a9c055b4a064a53" /><Relationship Type="http://schemas.openxmlformats.org/officeDocument/2006/relationships/slide" Target="/ppt/slides/slide2.xml" Id="R0f7d1a1299f2494e" /><Relationship Type="http://schemas.openxmlformats.org/officeDocument/2006/relationships/slide" Target="/ppt/slides/slide3.xml" Id="R9fb47df83e4c44d9" /><Relationship Type="http://schemas.openxmlformats.org/officeDocument/2006/relationships/slide" Target="/ppt/slides/slide4.xml" Id="Rc9605c7988084a79" /><Relationship Type="http://schemas.openxmlformats.org/officeDocument/2006/relationships/slide" Target="/ppt/slides/slide5.xml" Id="R60b82b23413b459d" /><Relationship Type="http://schemas.openxmlformats.org/officeDocument/2006/relationships/slide" Target="/ppt/slides/slide6.xml" Id="Rb7c65af558ce45dd" /><Relationship Type="http://schemas.openxmlformats.org/officeDocument/2006/relationships/slide" Target="/ppt/slides/slide7.xml" Id="R54a727c8a03044f1" /><Relationship Type="http://schemas.openxmlformats.org/officeDocument/2006/relationships/slide" Target="/ppt/slides/slide8.xml" Id="Rb008172fa31c483c" /><Relationship Type="http://schemas.openxmlformats.org/officeDocument/2006/relationships/slide" Target="/ppt/slides/slide9.xml" Id="Rdd5b1b18f37645af" /><Relationship Type="http://schemas.openxmlformats.org/officeDocument/2006/relationships/slide" Target="/ppt/slides/slide10.xml" Id="R499a9e0eb0ad4326" /><Relationship Type="http://schemas.openxmlformats.org/officeDocument/2006/relationships/slide" Target="/ppt/slides/slide11.xml" Id="Rbede2e1bcc1141f5" /><Relationship Type="http://schemas.openxmlformats.org/officeDocument/2006/relationships/slide" Target="/ppt/slides/slide12.xml" Id="Rc006022a5d454b6a" /><Relationship Type="http://schemas.openxmlformats.org/officeDocument/2006/relationships/slide" Target="/ppt/slides/slide13.xml" Id="R37b82e6078244200" /><Relationship Type="http://schemas.openxmlformats.org/officeDocument/2006/relationships/slide" Target="/ppt/slides/slide14.xml" Id="Rd85017d745b24191" /><Relationship Type="http://schemas.openxmlformats.org/officeDocument/2006/relationships/slide" Target="/ppt/slides/slide15.xml" Id="R1a3751a312c444e6" /><Relationship Type="http://schemas.openxmlformats.org/officeDocument/2006/relationships/slide" Target="/ppt/slides/slide16.xml" Id="R91e373539b334310" /><Relationship Type="http://schemas.openxmlformats.org/officeDocument/2006/relationships/slide" Target="/ppt/slides/slide17.xml" Id="R754d451e79fe4e75" /><Relationship Type="http://schemas.openxmlformats.org/officeDocument/2006/relationships/slide" Target="/ppt/slides/slide18.xml" Id="Re131eb9f28cc45e5" /><Relationship Type="http://schemas.openxmlformats.org/officeDocument/2006/relationships/slide" Target="/ppt/slides/slide19.xml" Id="R3d207991bd3844f3" /><Relationship Type="http://schemas.openxmlformats.org/officeDocument/2006/relationships/slide" Target="/ppt/slides/slide20.xml" Id="R55f20497c6e145ec" /><Relationship Type="http://schemas.openxmlformats.org/officeDocument/2006/relationships/slide" Target="/ppt/slides/slide21.xml" Id="R1353dde5cbc0481a" /><Relationship Type="http://schemas.openxmlformats.org/officeDocument/2006/relationships/slide" Target="/ppt/slides/slide22.xml" Id="R11575ef8041a4e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cd91452bdb4a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2771f961ba457a" /><Relationship Type="http://schemas.openxmlformats.org/officeDocument/2006/relationships/notesMaster" Target="/ppt/notesMasters/notesMaster1.xml" Id="Ref4236eb145d41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9a05a054854260" /><Relationship Type="http://schemas.openxmlformats.org/officeDocument/2006/relationships/notesMaster" Target="/ppt/notesMasters/notesMaster1.xml" Id="R03738a5c8d7249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fe4132aaaf418e" /><Relationship Type="http://schemas.openxmlformats.org/officeDocument/2006/relationships/notesMaster" Target="/ppt/notesMasters/notesMaster1.xml" Id="R3973632b2b6745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6394f9b6764373" /><Relationship Type="http://schemas.openxmlformats.org/officeDocument/2006/relationships/notesMaster" Target="/ppt/notesMasters/notesMaster1.xml" Id="Ra85674d3574d4c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f8956bf7544588" /><Relationship Type="http://schemas.openxmlformats.org/officeDocument/2006/relationships/notesMaster" Target="/ppt/notesMasters/notesMaster1.xml" Id="Ra5f65cccf01e4d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3cf952d5c344c0" /><Relationship Type="http://schemas.openxmlformats.org/officeDocument/2006/relationships/notesMaster" Target="/ppt/notesMasters/notesMaster1.xml" Id="Rc1c1e8d7374148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208d304e204e9d" /><Relationship Type="http://schemas.openxmlformats.org/officeDocument/2006/relationships/notesMaster" Target="/ppt/notesMasters/notesMaster1.xml" Id="R37b68035097a44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03b1c1fa274594" /><Relationship Type="http://schemas.openxmlformats.org/officeDocument/2006/relationships/notesMaster" Target="/ppt/notesMasters/notesMaster1.xml" Id="Rd0a82e9c5ca841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09a553d0d94be3" /><Relationship Type="http://schemas.openxmlformats.org/officeDocument/2006/relationships/notesMaster" Target="/ppt/notesMasters/notesMaster1.xml" Id="Rfc86b8aa81e14f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5d91fe55134653" /><Relationship Type="http://schemas.openxmlformats.org/officeDocument/2006/relationships/notesMaster" Target="/ppt/notesMasters/notesMaster1.xml" Id="R3a8a421cb3fc4f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999e35d25a48ee" /><Relationship Type="http://schemas.openxmlformats.org/officeDocument/2006/relationships/notesMaster" Target="/ppt/notesMasters/notesMaster1.xml" Id="Rb22c9ce98ae74f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b97bd7ae0a4ffd" /><Relationship Type="http://schemas.openxmlformats.org/officeDocument/2006/relationships/notesMaster" Target="/ppt/notesMasters/notesMaster1.xml" Id="R28387b17db5041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64c9c3dd7d40b4" /><Relationship Type="http://schemas.openxmlformats.org/officeDocument/2006/relationships/notesMaster" Target="/ppt/notesMasters/notesMaster1.xml" Id="R6e7565c34bf242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bc47aebf154daa" /><Relationship Type="http://schemas.openxmlformats.org/officeDocument/2006/relationships/notesMaster" Target="/ppt/notesMasters/notesMaster1.xml" Id="R9e9451614ca3476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91d5c9d5d3439a" /><Relationship Type="http://schemas.openxmlformats.org/officeDocument/2006/relationships/notesMaster" Target="/ppt/notesMasters/notesMaster1.xml" Id="R9a195ba5576747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60f13505334786" /><Relationship Type="http://schemas.openxmlformats.org/officeDocument/2006/relationships/notesMaster" Target="/ppt/notesMasters/notesMaster1.xml" Id="R985ca79cb80e44a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9f937977c349b8" /><Relationship Type="http://schemas.openxmlformats.org/officeDocument/2006/relationships/notesMaster" Target="/ppt/notesMasters/notesMaster1.xml" Id="R5765b23af441476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7be9b0d6f34e8a" /><Relationship Type="http://schemas.openxmlformats.org/officeDocument/2006/relationships/notesMaster" Target="/ppt/notesMasters/notesMaster1.xml" Id="Rf61a9f4b84614cb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f1a60247df476f" /><Relationship Type="http://schemas.openxmlformats.org/officeDocument/2006/relationships/notesMaster" Target="/ppt/notesMasters/notesMaster1.xml" Id="R77b081abc4bb496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a813234be404202" /><Relationship Type="http://schemas.openxmlformats.org/officeDocument/2006/relationships/notesMaster" Target="/ppt/notesMasters/notesMaster1.xml" Id="R886034a07f7548f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61ff54ba8c54fe2" /><Relationship Type="http://schemas.openxmlformats.org/officeDocument/2006/relationships/notesMaster" Target="/ppt/notesMasters/notesMaster1.xml" Id="R60a79378e0d24e7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609ee6bb4e46e3" /><Relationship Type="http://schemas.openxmlformats.org/officeDocument/2006/relationships/notesMaster" Target="/ppt/notesMasters/notesMaster1.xml" Id="Re69e5232bc7943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本章通过 ArduPilot SITL、Gazebo 与 RK3588 实机同款软件验证整条链路。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 SITL 的完成标准，以及通过后仍需无载荷实飞。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说明电脑与 RK3588 的职责分工，以及两个 UDP 数据方向。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记录现场 IP，并确认电脑端 SITL、Gazebo、GStreamer 和 world 已安装验证。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切换 profile 前保存实机调参，并确认 executor.send_commands 为 false。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展示辅助脚本与手动启动路径；完整参数文件路径以实际安装位置为准。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启用 Gazebo 相机传感器，并先确认电脑本地 UDP 5600 有 RTP 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把电脑本地 H264/RTP 转发到 RK3588 的 UDP 5600。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强调从 SITL、网络到板端服务的固定启动顺序。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 systemd 与手动启动二选一的板端启动方式。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给出 Web UI 与视频流访问地址，并提示同步检查服务与端口。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SEND OFF 状态下完成所有只读连接观察。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 Competition Field Setup 建立 schema v3 Field Reference，并以仿真运动复核方向。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按风险从只读、坐标预览到低速航点和停止路径逐步验证。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只有 SITL 安全条件明确后才临时开启 SEND，并为本次 run 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 Stop、丢目标、Mission 中断、telemetry 与 yolo 断链恢复。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 Field Reference、投放失败、限速恢复和视觉降落兜底。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排查 MAVLink 与视频链路时先确认发送目的地址、端口和源数据。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检测问题使用 SITL 模型；方向问题必须修正场地参照或 profile。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保存 commit、profile、参数、失败注入与日志，并恢复实机配置。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汇总六项 SITL 验收条件。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SITL 门禁全绿后进入下一章的无载荷实飞测试。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C:/Users/24184/Desktop/project/uav_system/docs/beginner/05_sitl_test.md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1e7677d2a48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49a8c93b9e4d82" /><Relationship Type="http://schemas.openxmlformats.org/officeDocument/2006/relationships/slideLayout" Target="/ppt/slideLayouts/slideLayout1.xml" Id="R0187d60095334a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87d60095334a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a81d7bb6146e0" /><Relationship Type="http://schemas.openxmlformats.org/officeDocument/2006/relationships/notesSlide" Target="/ppt/notesSlides/notesSlide1.xml" Id="R83cc9606f1744e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bd21a505f41e0" /><Relationship Type="http://schemas.openxmlformats.org/officeDocument/2006/relationships/notesSlide" Target="/ppt/notesSlides/notesSlide2.xml" Id="R1447fcd958144f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ef1f991194e50" /><Relationship Type="http://schemas.openxmlformats.org/officeDocument/2006/relationships/notesSlide" Target="/ppt/notesSlides/notesSlide3.xml" Id="R35b7dd86974a49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0b34062a6427c" /><Relationship Type="http://schemas.openxmlformats.org/officeDocument/2006/relationships/notesSlide" Target="/ppt/notesSlides/notesSlide4.xml" Id="Rf245ff17bfb341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cd780f61a412b" /><Relationship Type="http://schemas.openxmlformats.org/officeDocument/2006/relationships/notesSlide" Target="/ppt/notesSlides/notesSlide5.xml" Id="R118650c3deb741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8decb40ba4a4e" /><Relationship Type="http://schemas.openxmlformats.org/officeDocument/2006/relationships/notesSlide" Target="/ppt/notesSlides/notesSlide6.xml" Id="R3baa608ee50442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d666b244945df" /><Relationship Type="http://schemas.openxmlformats.org/officeDocument/2006/relationships/notesSlide" Target="/ppt/notesSlides/notesSlide7.xml" Id="Rde8c4a905e9d43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98ec8c79144a9" /><Relationship Type="http://schemas.openxmlformats.org/officeDocument/2006/relationships/notesSlide" Target="/ppt/notesSlides/notesSlide8.xml" Id="R2691ce7dee8b4c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fce1b4b7f477f" /><Relationship Type="http://schemas.openxmlformats.org/officeDocument/2006/relationships/notesSlide" Target="/ppt/notesSlides/notesSlide9.xml" Id="R9e60595227db45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68bc32eff4a81" /><Relationship Type="http://schemas.openxmlformats.org/officeDocument/2006/relationships/notesSlide" Target="/ppt/notesSlides/notesSlide10.xml" Id="R018bf42054324e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40b51d4ab45cc" /><Relationship Type="http://schemas.openxmlformats.org/officeDocument/2006/relationships/notesSlide" Target="/ppt/notesSlides/notesSlide11.xml" Id="Rad302ca8a54c46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79ad0e8b545be" /><Relationship Type="http://schemas.openxmlformats.org/officeDocument/2006/relationships/notesSlide" Target="/ppt/notesSlides/notesSlide12.xml" Id="Ra079aa4adfd54f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9c5998c224a00" /><Relationship Type="http://schemas.openxmlformats.org/officeDocument/2006/relationships/notesSlide" Target="/ppt/notesSlides/notesSlide13.xml" Id="R9527b4b43e4f47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9c2874c53498f" /><Relationship Type="http://schemas.openxmlformats.org/officeDocument/2006/relationships/notesSlide" Target="/ppt/notesSlides/notesSlide14.xml" Id="R3d975f31f7bb43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5f3d4d21c4d94" /><Relationship Type="http://schemas.openxmlformats.org/officeDocument/2006/relationships/notesSlide" Target="/ppt/notesSlides/notesSlide15.xml" Id="Rad47c2e982374b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88fe782084fcb" /><Relationship Type="http://schemas.openxmlformats.org/officeDocument/2006/relationships/notesSlide" Target="/ppt/notesSlides/notesSlide16.xml" Id="Rc67fbebe43884c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3d0d382024857" /><Relationship Type="http://schemas.openxmlformats.org/officeDocument/2006/relationships/notesSlide" Target="/ppt/notesSlides/notesSlide17.xml" Id="R9a0d2d7c514d4f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f378e27be40ce" /><Relationship Type="http://schemas.openxmlformats.org/officeDocument/2006/relationships/notesSlide" Target="/ppt/notesSlides/notesSlide18.xml" Id="Rda6e0d6cc6e14a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afbbee9cf453e" /><Relationship Type="http://schemas.openxmlformats.org/officeDocument/2006/relationships/notesSlide" Target="/ppt/notesSlides/notesSlide19.xml" Id="Rd7709979c54744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705d69afd4aed" /><Relationship Type="http://schemas.openxmlformats.org/officeDocument/2006/relationships/notesSlide" Target="/ppt/notesSlides/notesSlide20.xml" Id="R6a83cc195da2487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3fee99f854fac" /><Relationship Type="http://schemas.openxmlformats.org/officeDocument/2006/relationships/notesSlide" Target="/ppt/notesSlides/notesSlide21.xml" Id="R69fb814cfa3a435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fbeb822f04521" /><Relationship Type="http://schemas.openxmlformats.org/officeDocument/2006/relationships/notesSlide" Target="/ppt/notesSlides/notesSlide22.xml" Id="R1bd11b2b39e148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001">
            <a:extLst xmlns:a="http://schemas.openxmlformats.org/drawingml/2006/main">
              <a:ext uri="{FF2B5EF4-FFF2-40B4-BE49-F238E27FC236}">
                <a16:creationId xmlns:a16="http://schemas.microsoft.com/office/drawing/2014/main" id="{93301F87-EB3C-4B6D-931C-79DB2C49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从零复现 · 第 05 章</a:t>
            </a:r>
          </a:p>
        </p:txBody>
      </p:sp>
      <p:sp>
        <p:nvSpPr>
          <p:cNvPr id="2" name="shape-0002">
            <a:extLst xmlns:a="http://schemas.openxmlformats.org/drawingml/2006/main">
              <a:ext uri="{FF2B5EF4-FFF2-40B4-BE49-F238E27FC236}">
                <a16:creationId xmlns:a16="http://schemas.microsoft.com/office/drawing/2014/main" id="{227319B2-7B01-40B6-9626-FF8428A5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0003">
            <a:extLst xmlns:a="http://schemas.openxmlformats.org/drawingml/2006/main">
              <a:ext uri="{FF2B5EF4-FFF2-40B4-BE49-F238E27FC236}">
                <a16:creationId xmlns:a16="http://schemas.microsoft.com/office/drawing/2014/main" id="{4FCF0E27-F25F-44DC-A478-E98FA285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429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SITL 测试</a:t>
            </a:r>
          </a:p>
          <a:p xmlns:a="http://schemas.openxmlformats.org/drawingml/2006/main">
            <a:pPr algn="l">
              <a:buNone/>
              <a:defRPr sz="6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与安全链路验收</a:t>
            </a:r>
          </a:p>
        </p:txBody>
      </p:sp>
      <p:sp>
        <p:nvSpPr>
          <p:cNvPr id="4" name="text-0004">
            <a:extLst xmlns:a="http://schemas.openxmlformats.org/drawingml/2006/main">
              <a:ext uri="{FF2B5EF4-FFF2-40B4-BE49-F238E27FC236}">
                <a16:creationId xmlns:a16="http://schemas.microsoft.com/office/drawing/2014/main" id="{778B7F6B-B486-4933-AC21-59094A9A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仿真链路 → 坐标方向 → Action → 失败路径</a:t>
            </a:r>
          </a:p>
        </p:txBody>
      </p:sp>
      <p:sp>
        <p:nvSpPr>
          <p:cNvPr id="5" name="text-0005">
            <a:extLst xmlns:a="http://schemas.openxmlformats.org/drawingml/2006/main">
              <a:ext uri="{FF2B5EF4-FFF2-40B4-BE49-F238E27FC236}">
                <a16:creationId xmlns:a16="http://schemas.microsoft.com/office/drawing/2014/main" id="{25A93454-690A-4E47-8B10-AAC09B6B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362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0" b="1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0" b="1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text-0006">
            <a:extLst xmlns:a="http://schemas.openxmlformats.org/drawingml/2006/main">
              <a:ext uri="{FF2B5EF4-FFF2-40B4-BE49-F238E27FC236}">
                <a16:creationId xmlns:a16="http://schemas.microsoft.com/office/drawing/2014/main" id="{36E2BB7E-9F64-4D3D-88B9-52CA3815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uav_system-rk3588</a:t>
            </a:r>
          </a:p>
        </p:txBody>
      </p:sp>
    </p:spTree>
    <p:extLst>
      <p:ext uri="{BB962C8B-B14F-4D97-AF65-F5344CB8AC3E}">
        <p14:creationId xmlns:p14="http://schemas.microsoft.com/office/powerpoint/2010/main" val="1928243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0007">
            <a:extLst xmlns:a="http://schemas.openxmlformats.org/drawingml/2006/main">
              <a:ext uri="{FF2B5EF4-FFF2-40B4-BE49-F238E27FC236}">
                <a16:creationId xmlns:a16="http://schemas.microsoft.com/office/drawing/2014/main" id="{66DB96F0-544F-4BA1-B4BF-FF570316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本章目标</a:t>
            </a:r>
          </a:p>
        </p:txBody>
      </p:sp>
      <p:sp>
        <p:nvSpPr>
          <p:cNvPr id="2" name="text-0008">
            <a:extLst xmlns:a="http://schemas.openxmlformats.org/drawingml/2006/main">
              <a:ext uri="{FF2B5EF4-FFF2-40B4-BE49-F238E27FC236}">
                <a16:creationId xmlns:a16="http://schemas.microsoft.com/office/drawing/2014/main" id="{4C54DA76-F9EA-4516-ADDA-9B0755BF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SITL 通过的标志，是安全链路可重复</a:t>
            </a:r>
          </a:p>
        </p:txBody>
      </p:sp>
      <p:sp>
        <p:nvSpPr>
          <p:cNvPr id="3" name="shape-0009">
            <a:extLst xmlns:a="http://schemas.openxmlformats.org/drawingml/2006/main">
              <a:ext uri="{FF2B5EF4-FFF2-40B4-BE49-F238E27FC236}">
                <a16:creationId xmlns:a16="http://schemas.microsoft.com/office/drawing/2014/main" id="{5FF4C27D-6313-409F-B5BA-3FEB5636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10">
            <a:extLst xmlns:a="http://schemas.openxmlformats.org/drawingml/2006/main">
              <a:ext uri="{FF2B5EF4-FFF2-40B4-BE49-F238E27FC236}">
                <a16:creationId xmlns:a16="http://schemas.microsoft.com/office/drawing/2014/main" id="{C89B03A1-E9C4-4FAF-8F8D-C148274F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011">
            <a:extLst xmlns:a="http://schemas.openxmlformats.org/drawingml/2006/main">
              <a:ext uri="{FF2B5EF4-FFF2-40B4-BE49-F238E27FC236}">
                <a16:creationId xmlns:a16="http://schemas.microsoft.com/office/drawing/2014/main" id="{1D82103C-207E-4BB6-975F-01C939B6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0012">
            <a:extLst xmlns:a="http://schemas.openxmlformats.org/drawingml/2006/main">
              <a:ext uri="{FF2B5EF4-FFF2-40B4-BE49-F238E27FC236}">
                <a16:creationId xmlns:a16="http://schemas.microsoft.com/office/drawing/2014/main" id="{1786A62B-68BB-4C33-9879-49036EE3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最终要验证：</a:t>
            </a:r>
          </a:p>
        </p:txBody>
      </p:sp>
      <p:sp>
        <p:nvSpPr>
          <p:cNvPr id="7" name="text-0013">
            <a:extLst xmlns:a="http://schemas.openxmlformats.org/drawingml/2006/main">
              <a:ext uri="{FF2B5EF4-FFF2-40B4-BE49-F238E27FC236}">
                <a16:creationId xmlns:a16="http://schemas.microsoft.com/office/drawing/2014/main" id="{F3B9807D-25FA-4F10-BA33-614484AC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667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telemetry 稳定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坐标方向一致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Action 可停止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失败不复活旧命令</a:t>
            </a:r>
          </a:p>
        </p:txBody>
      </p:sp>
      <p:sp>
        <p:nvSpPr>
          <p:cNvPr id="8" name="shape-0014">
            <a:extLst xmlns:a="http://schemas.openxmlformats.org/drawingml/2006/main">
              <a:ext uri="{FF2B5EF4-FFF2-40B4-BE49-F238E27FC236}">
                <a16:creationId xmlns:a16="http://schemas.microsoft.com/office/drawing/2014/main" id="{E9F1EDF6-6455-4325-8993-6A0DF803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66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015">
            <a:extLst xmlns:a="http://schemas.openxmlformats.org/drawingml/2006/main">
              <a:ext uri="{FF2B5EF4-FFF2-40B4-BE49-F238E27FC236}">
                <a16:creationId xmlns:a16="http://schemas.microsoft.com/office/drawing/2014/main" id="{2CDF78F0-40C0-4D71-A23A-C9EEB4B0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SITL 通过后仍必须做无载荷实飞</a:t>
            </a:r>
          </a:p>
        </p:txBody>
      </p:sp>
      <p:sp>
        <p:nvSpPr>
          <p:cNvPr id="10" name="text-0016">
            <a:extLst xmlns:a="http://schemas.openxmlformats.org/drawingml/2006/main">
              <a:ext uri="{FF2B5EF4-FFF2-40B4-BE49-F238E27FC236}">
                <a16:creationId xmlns:a16="http://schemas.microsoft.com/office/drawing/2014/main" id="{59AD095F-D200-4CE5-96BC-D04A1CC5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-0017">
            <a:extLst xmlns:a="http://schemas.openxmlformats.org/drawingml/2006/main">
              <a:ext uri="{FF2B5EF4-FFF2-40B4-BE49-F238E27FC236}">
                <a16:creationId xmlns:a16="http://schemas.microsoft.com/office/drawing/2014/main" id="{1C232005-755F-4C1B-BA02-E7210373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526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双链路稳定</a:t>
            </a:r>
          </a:p>
        </p:txBody>
      </p:sp>
      <p:sp>
        <p:nvSpPr>
          <p:cNvPr id="12" name="text-0018">
            <a:extLst xmlns:a="http://schemas.openxmlformats.org/drawingml/2006/main">
              <a:ext uri="{FF2B5EF4-FFF2-40B4-BE49-F238E27FC236}">
                <a16:creationId xmlns:a16="http://schemas.microsoft.com/office/drawing/2014/main" id="{42700F3F-A3EE-4D95-86FC-C2AFA984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14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MAVLink 与 H264/YOLO 同时更新</a:t>
            </a:r>
          </a:p>
        </p:txBody>
      </p:sp>
      <p:sp>
        <p:nvSpPr>
          <p:cNvPr id="13" name="shape-0019">
            <a:extLst xmlns:a="http://schemas.openxmlformats.org/drawingml/2006/main">
              <a:ext uri="{FF2B5EF4-FFF2-40B4-BE49-F238E27FC236}">
                <a16:creationId xmlns:a16="http://schemas.microsoft.com/office/drawing/2014/main" id="{F73B8D4F-B715-42F7-BEFD-6CC44AB7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020">
            <a:extLst xmlns:a="http://schemas.openxmlformats.org/drawingml/2006/main">
              <a:ext uri="{FF2B5EF4-FFF2-40B4-BE49-F238E27FC236}">
                <a16:creationId xmlns:a16="http://schemas.microsoft.com/office/drawing/2014/main" id="{D2A44CE7-5978-4631-928E-6C95CC4E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-0021">
            <a:extLst xmlns:a="http://schemas.openxmlformats.org/drawingml/2006/main">
              <a:ext uri="{FF2B5EF4-FFF2-40B4-BE49-F238E27FC236}">
                <a16:creationId xmlns:a16="http://schemas.microsoft.com/office/drawing/2014/main" id="{BA8CC66A-4BB8-412E-B08A-96D35243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479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FIELD 方向正确</a:t>
            </a:r>
          </a:p>
        </p:txBody>
      </p:sp>
      <p:sp>
        <p:nvSpPr>
          <p:cNvPr id="16" name="text-0022">
            <a:extLst xmlns:a="http://schemas.openxmlformats.org/drawingml/2006/main">
              <a:ext uri="{FF2B5EF4-FFF2-40B4-BE49-F238E27FC236}">
                <a16:creationId xmlns:a16="http://schemas.microsoft.com/office/drawing/2014/main" id="{79F6F6A9-5AFC-4798-9D23-2FF664BB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990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+Y 前方、+X 右方与仿真一致</a:t>
            </a:r>
          </a:p>
        </p:txBody>
      </p:sp>
      <p:sp>
        <p:nvSpPr>
          <p:cNvPr id="17" name="shape-0023">
            <a:extLst xmlns:a="http://schemas.openxmlformats.org/drawingml/2006/main">
              <a:ext uri="{FF2B5EF4-FFF2-40B4-BE49-F238E27FC236}">
                <a16:creationId xmlns:a16="http://schemas.microsoft.com/office/drawing/2014/main" id="{1D5416E7-B96A-4329-A25E-05110DDC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024">
            <a:extLst xmlns:a="http://schemas.openxmlformats.org/drawingml/2006/main">
              <a:ext uri="{FF2B5EF4-FFF2-40B4-BE49-F238E27FC236}">
                <a16:creationId xmlns:a16="http://schemas.microsoft.com/office/drawing/2014/main" id="{337B0F7A-2BA6-4D3E-84E8-84E124DE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-0025">
            <a:extLst xmlns:a="http://schemas.openxmlformats.org/drawingml/2006/main">
              <a:ext uri="{FF2B5EF4-FFF2-40B4-BE49-F238E27FC236}">
                <a16:creationId xmlns:a16="http://schemas.microsoft.com/office/drawing/2014/main" id="{2E47949D-66C1-4971-A3BD-C049EBAA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Action 风险递增</a:t>
            </a:r>
          </a:p>
        </p:txBody>
      </p:sp>
      <p:sp>
        <p:nvSpPr>
          <p:cNvPr id="20" name="text-0026">
            <a:extLst xmlns:a="http://schemas.openxmlformats.org/drawingml/2006/main">
              <a:ext uri="{FF2B5EF4-FFF2-40B4-BE49-F238E27FC236}">
                <a16:creationId xmlns:a16="http://schemas.microsoft.com/office/drawing/2014/main" id="{56A6227B-97E6-48C9-B64B-9B86BB2F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从只读到完整 Mission 分阶段验证</a:t>
            </a:r>
          </a:p>
        </p:txBody>
      </p:sp>
      <p:sp>
        <p:nvSpPr>
          <p:cNvPr id="21" name="shape-0027">
            <a:extLst xmlns:a="http://schemas.openxmlformats.org/drawingml/2006/main">
              <a:ext uri="{FF2B5EF4-FFF2-40B4-BE49-F238E27FC236}">
                <a16:creationId xmlns:a16="http://schemas.microsoft.com/office/drawing/2014/main" id="{D81E7F1E-3835-4661-B84C-2650952D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028">
            <a:extLst xmlns:a="http://schemas.openxmlformats.org/drawingml/2006/main">
              <a:ext uri="{FF2B5EF4-FFF2-40B4-BE49-F238E27FC236}">
                <a16:creationId xmlns:a16="http://schemas.microsoft.com/office/drawing/2014/main" id="{D91DA546-9414-454B-AF91-1050DEBC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-0029">
            <a:extLst xmlns:a="http://schemas.openxmlformats.org/drawingml/2006/main">
              <a:ext uri="{FF2B5EF4-FFF2-40B4-BE49-F238E27FC236}">
                <a16:creationId xmlns:a16="http://schemas.microsoft.com/office/drawing/2014/main" id="{8B023AD7-6B0A-4496-A09A-2ADF563F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386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失败路径可恢复</a:t>
            </a:r>
          </a:p>
        </p:txBody>
      </p:sp>
      <p:sp>
        <p:nvSpPr>
          <p:cNvPr id="24" name="text-0030">
            <a:extLst xmlns:a="http://schemas.openxmlformats.org/drawingml/2006/main">
              <a:ext uri="{FF2B5EF4-FFF2-40B4-BE49-F238E27FC236}">
                <a16:creationId xmlns:a16="http://schemas.microsoft.com/office/drawing/2014/main" id="{B0089FEC-D85A-4E11-82D7-476BAE3D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0060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Stop、断链和丢目标均清除旧命令</a:t>
            </a:r>
          </a:p>
        </p:txBody>
      </p:sp>
      <p:sp>
        <p:nvSpPr>
          <p:cNvPr id="25" name="shape-0031">
            <a:extLst xmlns:a="http://schemas.openxmlformats.org/drawingml/2006/main">
              <a:ext uri="{FF2B5EF4-FFF2-40B4-BE49-F238E27FC236}">
                <a16:creationId xmlns:a16="http://schemas.microsoft.com/office/drawing/2014/main" id="{E3FD14B8-787D-48B8-BB2A-A8913FA6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57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032">
            <a:extLst xmlns:a="http://schemas.openxmlformats.org/drawingml/2006/main">
              <a:ext uri="{FF2B5EF4-FFF2-40B4-BE49-F238E27FC236}">
                <a16:creationId xmlns:a16="http://schemas.microsoft.com/office/drawing/2014/main" id="{FE465721-31A0-467C-87F5-01DBC4E8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340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text-0033">
            <a:extLst xmlns:a="http://schemas.openxmlformats.org/drawingml/2006/main">
              <a:ext uri="{FF2B5EF4-FFF2-40B4-BE49-F238E27FC236}">
                <a16:creationId xmlns:a16="http://schemas.microsoft.com/office/drawing/2014/main" id="{9B0738D5-AD30-4449-A161-647C87C1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340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实机默认 SEND OFF</a:t>
            </a:r>
          </a:p>
        </p:txBody>
      </p:sp>
      <p:sp>
        <p:nvSpPr>
          <p:cNvPr id="28" name="text-0034">
            <a:extLst xmlns:a="http://schemas.openxmlformats.org/drawingml/2006/main">
              <a:ext uri="{FF2B5EF4-FFF2-40B4-BE49-F238E27FC236}">
                <a16:creationId xmlns:a16="http://schemas.microsoft.com/office/drawing/2014/main" id="{0AE00BD8-C7A9-45EF-BFC0-D8732976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95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SITL 开启状态不得带回实机配置</a:t>
            </a:r>
          </a:p>
        </p:txBody>
      </p:sp>
      <p:sp>
        <p:nvSpPr>
          <p:cNvPr id="29" name="shape-0035">
            <a:extLst xmlns:a="http://schemas.openxmlformats.org/drawingml/2006/main">
              <a:ext uri="{FF2B5EF4-FFF2-40B4-BE49-F238E27FC236}">
                <a16:creationId xmlns:a16="http://schemas.microsoft.com/office/drawing/2014/main" id="{A5BC11B1-06D5-481A-9128-6231E4E0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53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1285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117">
            <a:extLst xmlns:a="http://schemas.openxmlformats.org/drawingml/2006/main">
              <a:ext uri="{FF2B5EF4-FFF2-40B4-BE49-F238E27FC236}">
                <a16:creationId xmlns:a16="http://schemas.microsoft.com/office/drawing/2014/main" id="{F8F7D61C-B60C-4702-B564-0975744E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测试拓扑</a:t>
            </a:r>
          </a:p>
        </p:txBody>
      </p:sp>
      <p:sp>
        <p:nvSpPr>
          <p:cNvPr id="2" name="text-0118">
            <a:extLst xmlns:a="http://schemas.openxmlformats.org/drawingml/2006/main">
              <a:ext uri="{FF2B5EF4-FFF2-40B4-BE49-F238E27FC236}">
                <a16:creationId xmlns:a16="http://schemas.microsoft.com/office/drawing/2014/main" id="{152A3429-2043-4AD6-8D34-9BBAE78F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电脑负责仿真，RK3588 运行实机同款软件</a:t>
            </a:r>
          </a:p>
        </p:txBody>
      </p:sp>
      <p:sp>
        <p:nvSpPr>
          <p:cNvPr id="3" name="shape-0119">
            <a:extLst xmlns:a="http://schemas.openxmlformats.org/drawingml/2006/main">
              <a:ext uri="{FF2B5EF4-FFF2-40B4-BE49-F238E27FC236}">
                <a16:creationId xmlns:a16="http://schemas.microsoft.com/office/drawing/2014/main" id="{1BEFAE25-CEDF-4784-865D-AE0384CC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20">
            <a:extLst xmlns:a="http://schemas.openxmlformats.org/drawingml/2006/main">
              <a:ext uri="{FF2B5EF4-FFF2-40B4-BE49-F238E27FC236}">
                <a16:creationId xmlns:a16="http://schemas.microsoft.com/office/drawing/2014/main" id="{031C7661-78F5-4F52-A708-730C71EA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121">
            <a:extLst xmlns:a="http://schemas.openxmlformats.org/drawingml/2006/main">
              <a:ext uri="{FF2B5EF4-FFF2-40B4-BE49-F238E27FC236}">
                <a16:creationId xmlns:a16="http://schemas.microsoft.com/office/drawing/2014/main" id="{435A5261-0FC0-4629-BF13-257E762C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shape-0122">
            <a:extLst xmlns:a="http://schemas.openxmlformats.org/drawingml/2006/main">
              <a:ext uri="{FF2B5EF4-FFF2-40B4-BE49-F238E27FC236}">
                <a16:creationId xmlns:a16="http://schemas.microsoft.com/office/drawing/2014/main" id="{750AA9E3-3D02-4981-A52B-907F536A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57500"/>
            <a:ext cx="6743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23">
            <a:extLst xmlns:a="http://schemas.openxmlformats.org/drawingml/2006/main">
              <a:ext uri="{FF2B5EF4-FFF2-40B4-BE49-F238E27FC236}">
                <a16:creationId xmlns:a16="http://schemas.microsoft.com/office/drawing/2014/main" id="{D59362BC-FB8E-4C3A-BA2E-F980B04E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742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text-0124">
            <a:extLst xmlns:a="http://schemas.openxmlformats.org/drawingml/2006/main">
              <a:ext uri="{FF2B5EF4-FFF2-40B4-BE49-F238E27FC236}">
                <a16:creationId xmlns:a16="http://schemas.microsoft.com/office/drawing/2014/main" id="{E1D1C989-BA60-4FD1-B584-64E6B830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0300"/>
            <a:ext cx="742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shape-0125">
            <a:extLst xmlns:a="http://schemas.openxmlformats.org/drawingml/2006/main">
              <a:ext uri="{FF2B5EF4-FFF2-40B4-BE49-F238E27FC236}">
                <a16:creationId xmlns:a16="http://schemas.microsoft.com/office/drawing/2014/main" id="{2F7A2288-3F45-4AF7-BA6A-AB3F6089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571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hape-0126">
            <a:extLst xmlns:a="http://schemas.openxmlformats.org/drawingml/2006/main">
              <a:ext uri="{FF2B5EF4-FFF2-40B4-BE49-F238E27FC236}">
                <a16:creationId xmlns:a16="http://schemas.microsoft.com/office/drawing/2014/main" id="{29CA6337-BE5D-49E7-8D33-9BC53269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38350"/>
            <a:ext cx="2571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shape-0127">
            <a:extLst xmlns:a="http://schemas.openxmlformats.org/drawingml/2006/main">
              <a:ext uri="{FF2B5EF4-FFF2-40B4-BE49-F238E27FC236}">
                <a16:creationId xmlns:a16="http://schemas.microsoft.com/office/drawing/2014/main" id="{9908D224-7582-4C94-8E36-2272ACD3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2571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0128">
            <a:extLst xmlns:a="http://schemas.openxmlformats.org/drawingml/2006/main">
              <a:ext uri="{FF2B5EF4-FFF2-40B4-BE49-F238E27FC236}">
                <a16:creationId xmlns:a16="http://schemas.microsoft.com/office/drawing/2014/main" id="{5280F808-48D9-4534-92AF-E0B86EAA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电脑</a:t>
            </a:r>
          </a:p>
        </p:txBody>
      </p:sp>
      <p:sp>
        <p:nvSpPr>
          <p:cNvPr id="13" name="text-0129">
            <a:extLst xmlns:a="http://schemas.openxmlformats.org/drawingml/2006/main">
              <a:ext uri="{FF2B5EF4-FFF2-40B4-BE49-F238E27FC236}">
                <a16:creationId xmlns:a16="http://schemas.microsoft.com/office/drawing/2014/main" id="{26F8FDE0-559B-4F3E-8A6C-B0F2CF03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Gazebo + ArduPilot</a:t>
            </a:r>
          </a:p>
        </p:txBody>
      </p:sp>
      <p:sp>
        <p:nvSpPr>
          <p:cNvPr id="14" name="text-0130">
            <a:extLst xmlns:a="http://schemas.openxmlformats.org/drawingml/2006/main">
              <a:ext uri="{FF2B5EF4-FFF2-40B4-BE49-F238E27FC236}">
                <a16:creationId xmlns:a16="http://schemas.microsoft.com/office/drawing/2014/main" id="{0ABF2833-FCD8-49F8-AA06-1D5604AD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局域网</a:t>
            </a:r>
          </a:p>
        </p:txBody>
      </p:sp>
      <p:sp>
        <p:nvSpPr>
          <p:cNvPr id="15" name="text-0131">
            <a:extLst xmlns:a="http://schemas.openxmlformats.org/drawingml/2006/main">
              <a:ext uri="{FF2B5EF4-FFF2-40B4-BE49-F238E27FC236}">
                <a16:creationId xmlns:a16="http://schemas.microsoft.com/office/drawing/2014/main" id="{E1ABF152-D5A8-4536-83DD-5EFA9A51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146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H264 5600 + MAVLink 14550</a:t>
            </a:r>
          </a:p>
        </p:txBody>
      </p:sp>
      <p:sp>
        <p:nvSpPr>
          <p:cNvPr id="16" name="text-0132">
            <a:extLst xmlns:a="http://schemas.openxmlformats.org/drawingml/2006/main">
              <a:ext uri="{FF2B5EF4-FFF2-40B4-BE49-F238E27FC236}">
                <a16:creationId xmlns:a16="http://schemas.microsoft.com/office/drawing/2014/main" id="{B6CC1CFA-230F-45E2-9818-2222D384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RK3588</a:t>
            </a:r>
          </a:p>
        </p:txBody>
      </p:sp>
      <p:sp>
        <p:nvSpPr>
          <p:cNvPr id="17" name="text-0133">
            <a:extLst xmlns:a="http://schemas.openxmlformats.org/drawingml/2006/main">
              <a:ext uri="{FF2B5EF4-FFF2-40B4-BE49-F238E27FC236}">
                <a16:creationId xmlns:a16="http://schemas.microsoft.com/office/drawing/2014/main" id="{6F5F9451-80A0-4687-89DD-8A63A69C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YOLO + Action Mission</a:t>
            </a:r>
          </a:p>
        </p:txBody>
      </p:sp>
      <p:sp>
        <p:nvSpPr>
          <p:cNvPr id="18" name="text-0134">
            <a:extLst xmlns:a="http://schemas.openxmlformats.org/drawingml/2006/main">
              <a:ext uri="{FF2B5EF4-FFF2-40B4-BE49-F238E27FC236}">
                <a16:creationId xmlns:a16="http://schemas.microsoft.com/office/drawing/2014/main" id="{2B2CE25D-6C09-45D3-8378-28F19C14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相机：H264/UDP 5600 → yolo_app</a:t>
            </a:r>
          </a:p>
        </p:txBody>
      </p:sp>
      <p:sp>
        <p:nvSpPr>
          <p:cNvPr id="19" name="text-0135">
            <a:extLst xmlns:a="http://schemas.openxmlformats.org/drawingml/2006/main">
              <a:ext uri="{FF2B5EF4-FFF2-40B4-BE49-F238E27FC236}">
                <a16:creationId xmlns:a16="http://schemas.microsoft.com/office/drawing/2014/main" id="{DDF8B715-6AC3-4E13-80A2-C46E3F66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1005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飞控：MAVLink/UDP 14550 → app  ·  地址必须按现场填写</a:t>
            </a:r>
          </a:p>
        </p:txBody>
      </p:sp>
    </p:spTree>
    <p:extLst>
      <p:ext uri="{BB962C8B-B14F-4D97-AF65-F5344CB8AC3E}">
        <p14:creationId xmlns:p14="http://schemas.microsoft.com/office/powerpoint/2010/main" val="980964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0056">
            <a:extLst xmlns:a="http://schemas.openxmlformats.org/drawingml/2006/main">
              <a:ext uri="{FF2B5EF4-FFF2-40B4-BE49-F238E27FC236}">
                <a16:creationId xmlns:a16="http://schemas.microsoft.com/office/drawing/2014/main" id="{4D66AAD1-05BF-4EB3-8D0F-79F20D50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准备工作</a:t>
            </a:r>
          </a:p>
        </p:txBody>
      </p:sp>
      <p:sp>
        <p:nvSpPr>
          <p:cNvPr id="2" name="text-0057">
            <a:extLst xmlns:a="http://schemas.openxmlformats.org/drawingml/2006/main">
              <a:ext uri="{FF2B5EF4-FFF2-40B4-BE49-F238E27FC236}">
                <a16:creationId xmlns:a16="http://schemas.microsoft.com/office/drawing/2014/main" id="{0376D244-4FD1-42E9-9B2A-55523F63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先写下真实 IP，再确认电脑端依赖</a:t>
            </a:r>
          </a:p>
        </p:txBody>
      </p:sp>
      <p:sp>
        <p:nvSpPr>
          <p:cNvPr id="3" name="shape-0058">
            <a:extLst xmlns:a="http://schemas.openxmlformats.org/drawingml/2006/main">
              <a:ext uri="{FF2B5EF4-FFF2-40B4-BE49-F238E27FC236}">
                <a16:creationId xmlns:a16="http://schemas.microsoft.com/office/drawing/2014/main" id="{D8457461-BD4A-420C-B022-D24EE6FA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59">
            <a:extLst xmlns:a="http://schemas.openxmlformats.org/drawingml/2006/main">
              <a:ext uri="{FF2B5EF4-FFF2-40B4-BE49-F238E27FC236}">
                <a16:creationId xmlns:a16="http://schemas.microsoft.com/office/drawing/2014/main" id="{E7FD0DB1-97B9-4925-8E6F-D672E496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060">
            <a:extLst xmlns:a="http://schemas.openxmlformats.org/drawingml/2006/main">
              <a:ext uri="{FF2B5EF4-FFF2-40B4-BE49-F238E27FC236}">
                <a16:creationId xmlns:a16="http://schemas.microsoft.com/office/drawing/2014/main" id="{33442E79-DA43-488D-8C1D-6C5A82F1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text-0061">
            <a:extLst xmlns:a="http://schemas.openxmlformats.org/drawingml/2006/main">
              <a:ext uri="{FF2B5EF4-FFF2-40B4-BE49-F238E27FC236}">
                <a16:creationId xmlns:a16="http://schemas.microsoft.com/office/drawing/2014/main" id="{005A62C3-CE1C-4969-B026-8FDA7291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62">
            <a:extLst xmlns:a="http://schemas.openxmlformats.org/drawingml/2006/main">
              <a:ext uri="{FF2B5EF4-FFF2-40B4-BE49-F238E27FC236}">
                <a16:creationId xmlns:a16="http://schemas.microsoft.com/office/drawing/2014/main" id="{384BEA5E-73DD-48DD-8672-706A73AC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记录现场地址</a:t>
            </a:r>
          </a:p>
        </p:txBody>
      </p:sp>
      <p:sp>
        <p:nvSpPr>
          <p:cNvPr id="8" name="text-0063">
            <a:extLst xmlns:a="http://schemas.openxmlformats.org/drawingml/2006/main">
              <a:ext uri="{FF2B5EF4-FFF2-40B4-BE49-F238E27FC236}">
                <a16:creationId xmlns:a16="http://schemas.microsoft.com/office/drawing/2014/main" id="{9F374021-AF9F-45DC-AA0B-AB1DE753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Gazebo / SITL 电脑：待填写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 RK3588：待填写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 两端处于同一可达网络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 不照抄示例地址</a:t>
            </a:r>
          </a:p>
        </p:txBody>
      </p:sp>
      <p:sp>
        <p:nvSpPr>
          <p:cNvPr id="9" name="shape-0064">
            <a:extLst xmlns:a="http://schemas.openxmlformats.org/drawingml/2006/main">
              <a:ext uri="{FF2B5EF4-FFF2-40B4-BE49-F238E27FC236}">
                <a16:creationId xmlns:a16="http://schemas.microsoft.com/office/drawing/2014/main" id="{0696DCD6-04D1-460B-A0C6-9FD6C937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065">
            <a:extLst xmlns:a="http://schemas.openxmlformats.org/drawingml/2006/main">
              <a:ext uri="{FF2B5EF4-FFF2-40B4-BE49-F238E27FC236}">
                <a16:creationId xmlns:a16="http://schemas.microsoft.com/office/drawing/2014/main" id="{8AA5B509-95CE-43A3-B18A-FBF9C91D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IP 不明确时先停，不猜地址</a:t>
            </a:r>
          </a:p>
        </p:txBody>
      </p:sp>
      <p:sp>
        <p:nvSpPr>
          <p:cNvPr id="11" name="shape-0066">
            <a:extLst xmlns:a="http://schemas.openxmlformats.org/drawingml/2006/main">
              <a:ext uri="{FF2B5EF4-FFF2-40B4-BE49-F238E27FC236}">
                <a16:creationId xmlns:a16="http://schemas.microsoft.com/office/drawing/2014/main" id="{E9E20C91-D68E-48EE-9B99-63239849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71650"/>
            <a:ext cx="14288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67">
            <a:extLst xmlns:a="http://schemas.openxmlformats.org/drawingml/2006/main">
              <a:ext uri="{FF2B5EF4-FFF2-40B4-BE49-F238E27FC236}">
                <a16:creationId xmlns:a16="http://schemas.microsoft.com/office/drawing/2014/main" id="{5D5E902B-0475-499B-B7FC-5799623E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859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0068">
            <a:extLst xmlns:a="http://schemas.openxmlformats.org/drawingml/2006/main">
              <a:ext uri="{FF2B5EF4-FFF2-40B4-BE49-F238E27FC236}">
                <a16:creationId xmlns:a16="http://schemas.microsoft.com/office/drawing/2014/main" id="{E7A314E1-6B4B-4113-8568-079F47B2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24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电脑端依赖</a:t>
            </a:r>
          </a:p>
        </p:txBody>
      </p:sp>
      <p:sp>
        <p:nvSpPr>
          <p:cNvPr id="14" name="text-0069">
            <a:extLst xmlns:a="http://schemas.openxmlformats.org/drawingml/2006/main">
              <a:ext uri="{FF2B5EF4-FFF2-40B4-BE49-F238E27FC236}">
                <a16:creationId xmlns:a16="http://schemas.microsoft.com/office/drawing/2014/main" id="{8CB5C023-F868-454B-B933-49367347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718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ArduPilot SITL、Gazebo、ardupilot_gazebo、GStreamer 与对应 world 均已安装并验证。</a:t>
            </a:r>
          </a:p>
        </p:txBody>
      </p:sp>
      <p:sp>
        <p:nvSpPr>
          <p:cNvPr id="15" name="shape-0070">
            <a:extLst xmlns:a="http://schemas.openxmlformats.org/drawingml/2006/main">
              <a:ext uri="{FF2B5EF4-FFF2-40B4-BE49-F238E27FC236}">
                <a16:creationId xmlns:a16="http://schemas.microsoft.com/office/drawing/2014/main" id="{72EDF812-0232-4927-87BF-D2CA64E1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071">
            <a:extLst xmlns:a="http://schemas.openxmlformats.org/drawingml/2006/main">
              <a:ext uri="{FF2B5EF4-FFF2-40B4-BE49-F238E27FC236}">
                <a16:creationId xmlns:a16="http://schemas.microsoft.com/office/drawing/2014/main" id="{D2C5658C-7B34-4701-9A05-01E25DED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48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text-0072">
            <a:extLst xmlns:a="http://schemas.openxmlformats.org/drawingml/2006/main">
              <a:ext uri="{FF2B5EF4-FFF2-40B4-BE49-F238E27FC236}">
                <a16:creationId xmlns:a16="http://schemas.microsoft.com/office/drawing/2014/main" id="{D405A332-F566-44C8-8693-F6C28FEC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577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SITL 可以被地面站连接</a:t>
            </a:r>
          </a:p>
        </p:txBody>
      </p:sp>
      <p:sp>
        <p:nvSpPr>
          <p:cNvPr id="18" name="shape-0073">
            <a:extLst xmlns:a="http://schemas.openxmlformats.org/drawingml/2006/main">
              <a:ext uri="{FF2B5EF4-FFF2-40B4-BE49-F238E27FC236}">
                <a16:creationId xmlns:a16="http://schemas.microsoft.com/office/drawing/2014/main" id="{F86319D2-5537-47E1-9EA5-1E5CB20A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074">
            <a:extLst xmlns:a="http://schemas.openxmlformats.org/drawingml/2006/main">
              <a:ext uri="{FF2B5EF4-FFF2-40B4-BE49-F238E27FC236}">
                <a16:creationId xmlns:a16="http://schemas.microsoft.com/office/drawing/2014/main" id="{C91C89C3-D618-4979-844D-01580E26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149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075">
            <a:extLst xmlns:a="http://schemas.openxmlformats.org/drawingml/2006/main">
              <a:ext uri="{FF2B5EF4-FFF2-40B4-BE49-F238E27FC236}">
                <a16:creationId xmlns:a16="http://schemas.microsoft.com/office/drawing/2014/main" id="{4A25B370-8AB5-408B-8E8C-C18508FC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244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电脑到 RK3588 网络可达</a:t>
            </a:r>
          </a:p>
        </p:txBody>
      </p:sp>
    </p:spTree>
    <p:extLst>
      <p:ext uri="{BB962C8B-B14F-4D97-AF65-F5344CB8AC3E}">
        <p14:creationId xmlns:p14="http://schemas.microsoft.com/office/powerpoint/2010/main" val="11917652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076">
            <a:extLst xmlns:a="http://schemas.openxmlformats.org/drawingml/2006/main">
              <a:ext uri="{FF2B5EF4-FFF2-40B4-BE49-F238E27FC236}">
                <a16:creationId xmlns:a16="http://schemas.microsoft.com/office/drawing/2014/main" id="{EC945920-46DC-4385-8C10-16F90C2B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配置切换</a:t>
            </a:r>
          </a:p>
        </p:txBody>
      </p:sp>
      <p:sp>
        <p:nvSpPr>
          <p:cNvPr id="2" name="text-0077">
            <a:extLst xmlns:a="http://schemas.openxmlformats.org/drawingml/2006/main">
              <a:ext uri="{FF2B5EF4-FFF2-40B4-BE49-F238E27FC236}">
                <a16:creationId xmlns:a16="http://schemas.microsoft.com/office/drawing/2014/main" id="{B3D0F602-3690-4F15-9771-94DDB82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先保存实机配置，再应用 SITL profile</a:t>
            </a:r>
          </a:p>
        </p:txBody>
      </p:sp>
      <p:sp>
        <p:nvSpPr>
          <p:cNvPr id="3" name="shape-0078">
            <a:extLst xmlns:a="http://schemas.openxmlformats.org/drawingml/2006/main">
              <a:ext uri="{FF2B5EF4-FFF2-40B4-BE49-F238E27FC236}">
                <a16:creationId xmlns:a16="http://schemas.microsoft.com/office/drawing/2014/main" id="{B22BB5B1-AB50-4021-AA0F-25AF219B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79">
            <a:extLst xmlns:a="http://schemas.openxmlformats.org/drawingml/2006/main">
              <a:ext uri="{FF2B5EF4-FFF2-40B4-BE49-F238E27FC236}">
                <a16:creationId xmlns:a16="http://schemas.microsoft.com/office/drawing/2014/main" id="{E425D446-7E00-4072-BB44-BD162E9A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080">
            <a:extLst xmlns:a="http://schemas.openxmlformats.org/drawingml/2006/main">
              <a:ext uri="{FF2B5EF4-FFF2-40B4-BE49-F238E27FC236}">
                <a16:creationId xmlns:a16="http://schemas.microsoft.com/office/drawing/2014/main" id="{2C728905-E8CF-4E71-8F35-A8C4F033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shape-0081">
            <a:extLst xmlns:a="http://schemas.openxmlformats.org/drawingml/2006/main">
              <a:ext uri="{FF2B5EF4-FFF2-40B4-BE49-F238E27FC236}">
                <a16:creationId xmlns:a16="http://schemas.microsoft.com/office/drawing/2014/main" id="{D14928D2-FCFB-4718-88CB-094BB09E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715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hape-0082">
            <a:extLst xmlns:a="http://schemas.openxmlformats.org/drawingml/2006/main">
              <a:ext uri="{FF2B5EF4-FFF2-40B4-BE49-F238E27FC236}">
                <a16:creationId xmlns:a16="http://schemas.microsoft.com/office/drawing/2014/main" id="{CE6B6F10-918C-4C6F-9D8F-8E6EB5C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083">
            <a:extLst xmlns:a="http://schemas.openxmlformats.org/drawingml/2006/main">
              <a:ext uri="{FF2B5EF4-FFF2-40B4-BE49-F238E27FC236}">
                <a16:creationId xmlns:a16="http://schemas.microsoft.com/office/drawing/2014/main" id="{969DDC7E-8B48-45EC-9907-3176EAAD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保存现场与 Git 状态</a:t>
            </a:r>
          </a:p>
        </p:txBody>
      </p:sp>
      <p:sp>
        <p:nvSpPr>
          <p:cNvPr id="9" name="text-0084">
            <a:extLst xmlns:a="http://schemas.openxmlformats.org/drawingml/2006/main">
              <a:ext uri="{FF2B5EF4-FFF2-40B4-BE49-F238E27FC236}">
                <a16:creationId xmlns:a16="http://schemas.microsoft.com/office/drawing/2014/main" id="{CE761656-8BB2-489C-8307-4DAC7E8C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2578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git status --short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bash scripts/config/save_rk3588_real.sh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# config/app.yaml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executor.send_commands: false</a:t>
            </a:r>
          </a:p>
        </p:txBody>
      </p:sp>
      <p:sp>
        <p:nvSpPr>
          <p:cNvPr id="10" name="shape-0085">
            <a:extLst xmlns:a="http://schemas.openxmlformats.org/drawingml/2006/main">
              <a:ext uri="{FF2B5EF4-FFF2-40B4-BE49-F238E27FC236}">
                <a16:creationId xmlns:a16="http://schemas.microsoft.com/office/drawing/2014/main" id="{D5D40B83-FB19-45EB-8148-1B54D2FB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4724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hape-0086">
            <a:extLst xmlns:a="http://schemas.openxmlformats.org/drawingml/2006/main">
              <a:ext uri="{FF2B5EF4-FFF2-40B4-BE49-F238E27FC236}">
                <a16:creationId xmlns:a16="http://schemas.microsoft.com/office/drawing/2014/main" id="{D26B1820-6205-44EE-BE2C-29FF74E5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87">
            <a:extLst xmlns:a="http://schemas.openxmlformats.org/drawingml/2006/main">
              <a:ext uri="{FF2B5EF4-FFF2-40B4-BE49-F238E27FC236}">
                <a16:creationId xmlns:a16="http://schemas.microsoft.com/office/drawing/2014/main" id="{8761175E-952C-438C-B8FD-35A4661B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050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应用 SITL profile</a:t>
            </a:r>
          </a:p>
        </p:txBody>
      </p:sp>
      <p:sp>
        <p:nvSpPr>
          <p:cNvPr id="13" name="text-0088">
            <a:extLst xmlns:a="http://schemas.openxmlformats.org/drawingml/2006/main">
              <a:ext uri="{FF2B5EF4-FFF2-40B4-BE49-F238E27FC236}">
                <a16:creationId xmlns:a16="http://schemas.microsoft.com/office/drawing/2014/main" id="{CAD2CC4D-6165-41A5-98FC-07DE4DAF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86000"/>
            <a:ext cx="4267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bash scripts/config/apply_rk3588_sitl.sh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MAVLink UDP : 14550</a:t>
            </a:r>
          </a:p>
          <a:p xmlns:a="http://schemas.openxmlformats.org/drawingml/2006/main">
            <a:r>
              <a:t>H264/RTP UDP: 5600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model: gazebo_dataset-fp16.rknn</a:t>
            </a:r>
          </a:p>
        </p:txBody>
      </p:sp>
      <p:sp>
        <p:nvSpPr>
          <p:cNvPr id="14" name="shape-0089">
            <a:extLst xmlns:a="http://schemas.openxmlformats.org/drawingml/2006/main">
              <a:ext uri="{FF2B5EF4-FFF2-40B4-BE49-F238E27FC236}">
                <a16:creationId xmlns:a16="http://schemas.microsoft.com/office/drawing/2014/main" id="{06D5046E-F026-4BD1-84E6-9FE8380D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090">
            <a:extLst xmlns:a="http://schemas.openxmlformats.org/drawingml/2006/main">
              <a:ext uri="{FF2B5EF4-FFF2-40B4-BE49-F238E27FC236}">
                <a16:creationId xmlns:a16="http://schemas.microsoft.com/office/drawing/2014/main" id="{32B826DB-50CB-4D80-8511-056ABEA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24475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切换 profile 会覆盖当前生效配置；先保存，再切换。</a:t>
            </a:r>
          </a:p>
        </p:txBody>
      </p:sp>
    </p:spTree>
    <p:extLst>
      <p:ext uri="{BB962C8B-B14F-4D97-AF65-F5344CB8AC3E}">
        <p14:creationId xmlns:p14="http://schemas.microsoft.com/office/powerpoint/2010/main" val="879392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076">
            <a:extLst xmlns:a="http://schemas.openxmlformats.org/drawingml/2006/main">
              <a:ext uri="{FF2B5EF4-FFF2-40B4-BE49-F238E27FC236}">
                <a16:creationId xmlns:a16="http://schemas.microsoft.com/office/drawing/2014/main" id="{EC945920-46DC-4385-8C10-16F90C2B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启动仿真</a:t>
            </a:r>
          </a:p>
        </p:txBody>
      </p:sp>
      <p:sp>
        <p:nvSpPr>
          <p:cNvPr id="2" name="text-0077">
            <a:extLst xmlns:a="http://schemas.openxmlformats.org/drawingml/2006/main">
              <a:ext uri="{FF2B5EF4-FFF2-40B4-BE49-F238E27FC236}">
                <a16:creationId xmlns:a16="http://schemas.microsoft.com/office/drawing/2014/main" id="{B3D0F602-3690-4F15-9771-94DDB82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优先用辅助脚本；手动启动时改成真实路径</a:t>
            </a:r>
          </a:p>
        </p:txBody>
      </p:sp>
      <p:sp>
        <p:nvSpPr>
          <p:cNvPr id="3" name="shape-0078">
            <a:extLst xmlns:a="http://schemas.openxmlformats.org/drawingml/2006/main">
              <a:ext uri="{FF2B5EF4-FFF2-40B4-BE49-F238E27FC236}">
                <a16:creationId xmlns:a16="http://schemas.microsoft.com/office/drawing/2014/main" id="{B22BB5B1-AB50-4021-AA0F-25AF219B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79">
            <a:extLst xmlns:a="http://schemas.openxmlformats.org/drawingml/2006/main">
              <a:ext uri="{FF2B5EF4-FFF2-40B4-BE49-F238E27FC236}">
                <a16:creationId xmlns:a16="http://schemas.microsoft.com/office/drawing/2014/main" id="{E425D446-7E00-4072-BB44-BD162E9A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080">
            <a:extLst xmlns:a="http://schemas.openxmlformats.org/drawingml/2006/main">
              <a:ext uri="{FF2B5EF4-FFF2-40B4-BE49-F238E27FC236}">
                <a16:creationId xmlns:a16="http://schemas.microsoft.com/office/drawing/2014/main" id="{2C728905-E8CF-4E71-8F35-A8C4F033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shape-0081">
            <a:extLst xmlns:a="http://schemas.openxmlformats.org/drawingml/2006/main">
              <a:ext uri="{FF2B5EF4-FFF2-40B4-BE49-F238E27FC236}">
                <a16:creationId xmlns:a16="http://schemas.microsoft.com/office/drawing/2014/main" id="{D14928D2-FCFB-4718-88CB-094BB09E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715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hape-0082">
            <a:extLst xmlns:a="http://schemas.openxmlformats.org/drawingml/2006/main">
              <a:ext uri="{FF2B5EF4-FFF2-40B4-BE49-F238E27FC236}">
                <a16:creationId xmlns:a16="http://schemas.microsoft.com/office/drawing/2014/main" id="{CE6B6F10-918C-4C6F-9D8F-8E6EB5C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083">
            <a:extLst xmlns:a="http://schemas.openxmlformats.org/drawingml/2006/main">
              <a:ext uri="{FF2B5EF4-FFF2-40B4-BE49-F238E27FC236}">
                <a16:creationId xmlns:a16="http://schemas.microsoft.com/office/drawing/2014/main" id="{969DDC7E-8B48-45EC-9907-3176EAAD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终端 1：Gazebo，或直接一键启动</a:t>
            </a:r>
          </a:p>
        </p:txBody>
      </p:sp>
      <p:sp>
        <p:nvSpPr>
          <p:cNvPr id="9" name="text-0084">
            <a:extLst xmlns:a="http://schemas.openxmlformats.org/drawingml/2006/main">
              <a:ext uri="{FF2B5EF4-FFF2-40B4-BE49-F238E27FC236}">
                <a16:creationId xmlns:a16="http://schemas.microsoft.com/office/drawing/2014/main" id="{CE761656-8BB2-489C-8307-4DAC7E8C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2578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cd &lt;ardupilot_gazebo&gt;/worlds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gz sim -v4 -r iris_runway.sdf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# 或使用仓库脚本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bash scripts/run_iris_gimbal_sitl.sh</a:t>
            </a:r>
          </a:p>
        </p:txBody>
      </p:sp>
      <p:sp>
        <p:nvSpPr>
          <p:cNvPr id="10" name="shape-0085">
            <a:extLst xmlns:a="http://schemas.openxmlformats.org/drawingml/2006/main">
              <a:ext uri="{FF2B5EF4-FFF2-40B4-BE49-F238E27FC236}">
                <a16:creationId xmlns:a16="http://schemas.microsoft.com/office/drawing/2014/main" id="{D5D40B83-FB19-45EB-8148-1B54D2FB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4724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hape-0086">
            <a:extLst xmlns:a="http://schemas.openxmlformats.org/drawingml/2006/main">
              <a:ext uri="{FF2B5EF4-FFF2-40B4-BE49-F238E27FC236}">
                <a16:creationId xmlns:a16="http://schemas.microsoft.com/office/drawing/2014/main" id="{D26B1820-6205-44EE-BE2C-29FF74E5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87">
            <a:extLst xmlns:a="http://schemas.openxmlformats.org/drawingml/2006/main">
              <a:ext uri="{FF2B5EF4-FFF2-40B4-BE49-F238E27FC236}">
                <a16:creationId xmlns:a16="http://schemas.microsoft.com/office/drawing/2014/main" id="{8761175E-952C-438C-B8FD-35A4661B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050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终端 2：ArduPilot SITL</a:t>
            </a:r>
          </a:p>
        </p:txBody>
      </p:sp>
      <p:sp>
        <p:nvSpPr>
          <p:cNvPr id="13" name="text-0088">
            <a:extLst xmlns:a="http://schemas.openxmlformats.org/drawingml/2006/main">
              <a:ext uri="{FF2B5EF4-FFF2-40B4-BE49-F238E27FC236}">
                <a16:creationId xmlns:a16="http://schemas.microsoft.com/office/drawing/2014/main" id="{CAD2CC4D-6165-41A5-98FC-07DE4DAF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86000"/>
            <a:ext cx="4267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cd &lt;ardupilot&gt;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./Tools/autotest/sim_vehicle.py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-D -v ArduCopter -f JSON \</a:t>
            </a:r>
          </a:p>
          <a:p xmlns:a="http://schemas.openxmlformats.org/drawingml/2006/main">
            <a:r>
              <a:t>  --add-param-file=&lt;gimbal.parm&gt;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--console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--out=udp:&lt;RK3588-IP&gt;:14550</a:t>
            </a:r>
          </a:p>
        </p:txBody>
      </p:sp>
      <p:sp>
        <p:nvSpPr>
          <p:cNvPr id="14" name="shape-0089">
            <a:extLst xmlns:a="http://schemas.openxmlformats.org/drawingml/2006/main">
              <a:ext uri="{FF2B5EF4-FFF2-40B4-BE49-F238E27FC236}">
                <a16:creationId xmlns:a16="http://schemas.microsoft.com/office/drawing/2014/main" id="{06D5046E-F026-4BD1-84E6-9FE8380D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090">
            <a:extLst xmlns:a="http://schemas.openxmlformats.org/drawingml/2006/main">
              <a:ext uri="{FF2B5EF4-FFF2-40B4-BE49-F238E27FC236}">
                <a16:creationId xmlns:a16="http://schemas.microsoft.com/office/drawing/2014/main" id="{32B826DB-50CB-4D80-8511-056ABEA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24475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先确认地面站能连接 SITL、网络可达，再启动板端软件。</a:t>
            </a:r>
          </a:p>
        </p:txBody>
      </p:sp>
    </p:spTree>
    <p:extLst>
      <p:ext uri="{BB962C8B-B14F-4D97-AF65-F5344CB8AC3E}">
        <p14:creationId xmlns:p14="http://schemas.microsoft.com/office/powerpoint/2010/main" val="879392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076">
            <a:extLst xmlns:a="http://schemas.openxmlformats.org/drawingml/2006/main">
              <a:ext uri="{FF2B5EF4-FFF2-40B4-BE49-F238E27FC236}">
                <a16:creationId xmlns:a16="http://schemas.microsoft.com/office/drawing/2014/main" id="{EC945920-46DC-4385-8C10-16F90C2B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相机流</a:t>
            </a:r>
          </a:p>
        </p:txBody>
      </p:sp>
      <p:sp>
        <p:nvSpPr>
          <p:cNvPr id="2" name="text-0077">
            <a:extLst xmlns:a="http://schemas.openxmlformats.org/drawingml/2006/main">
              <a:ext uri="{FF2B5EF4-FFF2-40B4-BE49-F238E27FC236}">
                <a16:creationId xmlns:a16="http://schemas.microsoft.com/office/drawing/2014/main" id="{B3D0F602-3690-4F15-9771-94DDB82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先启用 Gazebo 相机，再检查电脑本地 RTP</a:t>
            </a:r>
          </a:p>
        </p:txBody>
      </p:sp>
      <p:sp>
        <p:nvSpPr>
          <p:cNvPr id="3" name="shape-0078">
            <a:extLst xmlns:a="http://schemas.openxmlformats.org/drawingml/2006/main">
              <a:ext uri="{FF2B5EF4-FFF2-40B4-BE49-F238E27FC236}">
                <a16:creationId xmlns:a16="http://schemas.microsoft.com/office/drawing/2014/main" id="{B22BB5B1-AB50-4021-AA0F-25AF219B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79">
            <a:extLst xmlns:a="http://schemas.openxmlformats.org/drawingml/2006/main">
              <a:ext uri="{FF2B5EF4-FFF2-40B4-BE49-F238E27FC236}">
                <a16:creationId xmlns:a16="http://schemas.microsoft.com/office/drawing/2014/main" id="{E425D446-7E00-4072-BB44-BD162E9A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080">
            <a:extLst xmlns:a="http://schemas.openxmlformats.org/drawingml/2006/main">
              <a:ext uri="{FF2B5EF4-FFF2-40B4-BE49-F238E27FC236}">
                <a16:creationId xmlns:a16="http://schemas.microsoft.com/office/drawing/2014/main" id="{2C728905-E8CF-4E71-8F35-A8C4F033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shape-0081">
            <a:extLst xmlns:a="http://schemas.openxmlformats.org/drawingml/2006/main">
              <a:ext uri="{FF2B5EF4-FFF2-40B4-BE49-F238E27FC236}">
                <a16:creationId xmlns:a16="http://schemas.microsoft.com/office/drawing/2014/main" id="{D14928D2-FCFB-4718-88CB-094BB09E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715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hape-0082">
            <a:extLst xmlns:a="http://schemas.openxmlformats.org/drawingml/2006/main">
              <a:ext uri="{FF2B5EF4-FFF2-40B4-BE49-F238E27FC236}">
                <a16:creationId xmlns:a16="http://schemas.microsoft.com/office/drawing/2014/main" id="{CE6B6F10-918C-4C6F-9D8F-8E6EB5C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083">
            <a:extLst xmlns:a="http://schemas.openxmlformats.org/drawingml/2006/main">
              <a:ext uri="{FF2B5EF4-FFF2-40B4-BE49-F238E27FC236}">
                <a16:creationId xmlns:a16="http://schemas.microsoft.com/office/drawing/2014/main" id="{969DDC7E-8B48-45EC-9907-3176EAAD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启用 iris_runway 相机传感器</a:t>
            </a:r>
          </a:p>
        </p:txBody>
      </p:sp>
      <p:sp>
        <p:nvSpPr>
          <p:cNvPr id="9" name="text-0084">
            <a:extLst xmlns:a="http://schemas.openxmlformats.org/drawingml/2006/main">
              <a:ext uri="{FF2B5EF4-FFF2-40B4-BE49-F238E27FC236}">
                <a16:creationId xmlns:a16="http://schemas.microsoft.com/office/drawing/2014/main" id="{CE761656-8BB2-489C-8307-4DAC7E8C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2578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CAM_TOPIC=/world/iris_runway/model/\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iris_with_gimbal/model/gimbal/link/\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pitch_link/sensor/camera/image/\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enable_streaming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gz topic -t "$CAM_TOPIC"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-m gz.msgs.Boolean -p "data: 1"</a:t>
            </a:r>
          </a:p>
        </p:txBody>
      </p:sp>
      <p:sp>
        <p:nvSpPr>
          <p:cNvPr id="10" name="shape-0085">
            <a:extLst xmlns:a="http://schemas.openxmlformats.org/drawingml/2006/main">
              <a:ext uri="{FF2B5EF4-FFF2-40B4-BE49-F238E27FC236}">
                <a16:creationId xmlns:a16="http://schemas.microsoft.com/office/drawing/2014/main" id="{D5D40B83-FB19-45EB-8148-1B54D2FB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4724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hape-0086">
            <a:extLst xmlns:a="http://schemas.openxmlformats.org/drawingml/2006/main">
              <a:ext uri="{FF2B5EF4-FFF2-40B4-BE49-F238E27FC236}">
                <a16:creationId xmlns:a16="http://schemas.microsoft.com/office/drawing/2014/main" id="{D26B1820-6205-44EE-BE2C-29FF74E5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87">
            <a:extLst xmlns:a="http://schemas.openxmlformats.org/drawingml/2006/main">
              <a:ext uri="{FF2B5EF4-FFF2-40B4-BE49-F238E27FC236}">
                <a16:creationId xmlns:a16="http://schemas.microsoft.com/office/drawing/2014/main" id="{8761175E-952C-438C-B8FD-35A4661B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050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转发前先确认源数据</a:t>
            </a:r>
          </a:p>
        </p:txBody>
      </p:sp>
      <p:sp>
        <p:nvSpPr>
          <p:cNvPr id="13" name="text-0088">
            <a:extLst xmlns:a="http://schemas.openxmlformats.org/drawingml/2006/main">
              <a:ext uri="{FF2B5EF4-FFF2-40B4-BE49-F238E27FC236}">
                <a16:creationId xmlns:a16="http://schemas.microsoft.com/office/drawing/2014/main" id="{CAD2CC4D-6165-41A5-98FC-07DE4DAF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86000"/>
            <a:ext cx="4267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Gazebo 相机传感器已启用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电脑本地 UDP 5600 有 RTP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地面站仍可连接 SITL</a:t>
            </a:r>
          </a:p>
          <a:p xmlns:a="http://schemas.openxmlformats.org/drawingml/2006/main">
            <a:r>
              <a:t>电脑到 RK3588 网络仍可达</a:t>
            </a:r>
          </a:p>
        </p:txBody>
      </p:sp>
      <p:sp>
        <p:nvSpPr>
          <p:cNvPr id="14" name="shape-0089">
            <a:extLst xmlns:a="http://schemas.openxmlformats.org/drawingml/2006/main">
              <a:ext uri="{FF2B5EF4-FFF2-40B4-BE49-F238E27FC236}">
                <a16:creationId xmlns:a16="http://schemas.microsoft.com/office/drawing/2014/main" id="{06D5046E-F026-4BD1-84E6-9FE8380D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090">
            <a:extLst xmlns:a="http://schemas.openxmlformats.org/drawingml/2006/main">
              <a:ext uri="{FF2B5EF4-FFF2-40B4-BE49-F238E27FC236}">
                <a16:creationId xmlns:a16="http://schemas.microsoft.com/office/drawing/2014/main" id="{32B826DB-50CB-4D80-8511-056ABEA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24475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如果电脑本地没有源 RTP，转发命令不会产生板端视频。</a:t>
            </a:r>
          </a:p>
        </p:txBody>
      </p:sp>
    </p:spTree>
    <p:extLst>
      <p:ext uri="{BB962C8B-B14F-4D97-AF65-F5344CB8AC3E}">
        <p14:creationId xmlns:p14="http://schemas.microsoft.com/office/powerpoint/2010/main" val="8793920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076">
            <a:extLst xmlns:a="http://schemas.openxmlformats.org/drawingml/2006/main">
              <a:ext uri="{FF2B5EF4-FFF2-40B4-BE49-F238E27FC236}">
                <a16:creationId xmlns:a16="http://schemas.microsoft.com/office/drawing/2014/main" id="{EC945920-46DC-4385-8C10-16F90C2B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视频转发</a:t>
            </a:r>
          </a:p>
        </p:txBody>
      </p:sp>
      <p:sp>
        <p:nvSpPr>
          <p:cNvPr id="2" name="text-0077">
            <a:extLst xmlns:a="http://schemas.openxmlformats.org/drawingml/2006/main">
              <a:ext uri="{FF2B5EF4-FFF2-40B4-BE49-F238E27FC236}">
                <a16:creationId xmlns:a16="http://schemas.microsoft.com/office/drawing/2014/main" id="{B3D0F602-3690-4F15-9771-94DDB82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把本地 H264/RTP 转发到 RK3588</a:t>
            </a:r>
          </a:p>
        </p:txBody>
      </p:sp>
      <p:sp>
        <p:nvSpPr>
          <p:cNvPr id="3" name="shape-0078">
            <a:extLst xmlns:a="http://schemas.openxmlformats.org/drawingml/2006/main">
              <a:ext uri="{FF2B5EF4-FFF2-40B4-BE49-F238E27FC236}">
                <a16:creationId xmlns:a16="http://schemas.microsoft.com/office/drawing/2014/main" id="{B22BB5B1-AB50-4021-AA0F-25AF219B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79">
            <a:extLst xmlns:a="http://schemas.openxmlformats.org/drawingml/2006/main">
              <a:ext uri="{FF2B5EF4-FFF2-40B4-BE49-F238E27FC236}">
                <a16:creationId xmlns:a16="http://schemas.microsoft.com/office/drawing/2014/main" id="{E425D446-7E00-4072-BB44-BD162E9A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080">
            <a:extLst xmlns:a="http://schemas.openxmlformats.org/drawingml/2006/main">
              <a:ext uri="{FF2B5EF4-FFF2-40B4-BE49-F238E27FC236}">
                <a16:creationId xmlns:a16="http://schemas.microsoft.com/office/drawing/2014/main" id="{2C728905-E8CF-4E71-8F35-A8C4F033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shape-0081">
            <a:extLst xmlns:a="http://schemas.openxmlformats.org/drawingml/2006/main">
              <a:ext uri="{FF2B5EF4-FFF2-40B4-BE49-F238E27FC236}">
                <a16:creationId xmlns:a16="http://schemas.microsoft.com/office/drawing/2014/main" id="{D14928D2-FCFB-4718-88CB-094BB09E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715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hape-0082">
            <a:extLst xmlns:a="http://schemas.openxmlformats.org/drawingml/2006/main">
              <a:ext uri="{FF2B5EF4-FFF2-40B4-BE49-F238E27FC236}">
                <a16:creationId xmlns:a16="http://schemas.microsoft.com/office/drawing/2014/main" id="{CE6B6F10-918C-4C6F-9D8F-8E6EB5C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083">
            <a:extLst xmlns:a="http://schemas.openxmlformats.org/drawingml/2006/main">
              <a:ext uri="{FF2B5EF4-FFF2-40B4-BE49-F238E27FC236}">
                <a16:creationId xmlns:a16="http://schemas.microsoft.com/office/drawing/2014/main" id="{969DDC7E-8B48-45EC-9907-3176EAAD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执行 GStreamer 转发</a:t>
            </a:r>
          </a:p>
        </p:txBody>
      </p:sp>
      <p:sp>
        <p:nvSpPr>
          <p:cNvPr id="9" name="text-0084">
            <a:extLst xmlns:a="http://schemas.openxmlformats.org/drawingml/2006/main">
              <a:ext uri="{FF2B5EF4-FFF2-40B4-BE49-F238E27FC236}">
                <a16:creationId xmlns:a16="http://schemas.microsoft.com/office/drawing/2014/main" id="{CE761656-8BB2-489C-8307-4DAC7E8C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2578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gst-launch-1.0 -v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udpsrc port=5600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caps="application/x-rtp,media=video,\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encoding-name=H264,payload=96"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! rtph264depay ! h264parse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! rtph264pay config-interval=1 pt=96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! udpsink host=&lt;RK3588-IP&gt; port=5600</a:t>
            </a:r>
          </a:p>
        </p:txBody>
      </p:sp>
      <p:sp>
        <p:nvSpPr>
          <p:cNvPr id="10" name="shape-0085">
            <a:extLst xmlns:a="http://schemas.openxmlformats.org/drawingml/2006/main">
              <a:ext uri="{FF2B5EF4-FFF2-40B4-BE49-F238E27FC236}">
                <a16:creationId xmlns:a16="http://schemas.microsoft.com/office/drawing/2014/main" id="{D5D40B83-FB19-45EB-8148-1B54D2FB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4724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hape-0086">
            <a:extLst xmlns:a="http://schemas.openxmlformats.org/drawingml/2006/main">
              <a:ext uri="{FF2B5EF4-FFF2-40B4-BE49-F238E27FC236}">
                <a16:creationId xmlns:a16="http://schemas.microsoft.com/office/drawing/2014/main" id="{D26B1820-6205-44EE-BE2C-29FF74E5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87">
            <a:extLst xmlns:a="http://schemas.openxmlformats.org/drawingml/2006/main">
              <a:ext uri="{FF2B5EF4-FFF2-40B4-BE49-F238E27FC236}">
                <a16:creationId xmlns:a16="http://schemas.microsoft.com/office/drawing/2014/main" id="{8761175E-952C-438C-B8FD-35A4661B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050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完成后检查</a:t>
            </a:r>
          </a:p>
        </p:txBody>
      </p:sp>
      <p:sp>
        <p:nvSpPr>
          <p:cNvPr id="13" name="text-0088">
            <a:extLst xmlns:a="http://schemas.openxmlformats.org/drawingml/2006/main">
              <a:ext uri="{FF2B5EF4-FFF2-40B4-BE49-F238E27FC236}">
                <a16:creationId xmlns:a16="http://schemas.microsoft.com/office/drawing/2014/main" id="{CAD2CC4D-6165-41A5-98FC-07DE4DAF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86000"/>
            <a:ext cx="4267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目标 IP = RK3588 实际地址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目标端口 = 5600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板端端口未被其他进程占用</a:t>
            </a:r>
          </a:p>
          <a:p xmlns:a="http://schemas.openxmlformats.org/drawingml/2006/main">
            <a:r>
              <a:t>uav-yolo.service 无解码报错</a:t>
            </a:r>
          </a:p>
        </p:txBody>
      </p:sp>
      <p:sp>
        <p:nvSpPr>
          <p:cNvPr id="14" name="shape-0089">
            <a:extLst xmlns:a="http://schemas.openxmlformats.org/drawingml/2006/main">
              <a:ext uri="{FF2B5EF4-FFF2-40B4-BE49-F238E27FC236}">
                <a16:creationId xmlns:a16="http://schemas.microsoft.com/office/drawing/2014/main" id="{06D5046E-F026-4BD1-84E6-9FE8380D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090">
            <a:extLst xmlns:a="http://schemas.openxmlformats.org/drawingml/2006/main">
              <a:ext uri="{FF2B5EF4-FFF2-40B4-BE49-F238E27FC236}">
                <a16:creationId xmlns:a16="http://schemas.microsoft.com/office/drawing/2014/main" id="{32B826DB-50CB-4D80-8511-056ABEA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24475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默认 127.0.0.1:5600 只到电脑本机，必须显式转发。</a:t>
            </a:r>
          </a:p>
        </p:txBody>
      </p:sp>
    </p:spTree>
    <p:extLst>
      <p:ext uri="{BB962C8B-B14F-4D97-AF65-F5344CB8AC3E}">
        <p14:creationId xmlns:p14="http://schemas.microsoft.com/office/powerpoint/2010/main" val="8793920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91">
            <a:extLst xmlns:a="http://schemas.openxmlformats.org/drawingml/2006/main">
              <a:ext uri="{FF2B5EF4-FFF2-40B4-BE49-F238E27FC236}">
                <a16:creationId xmlns:a16="http://schemas.microsoft.com/office/drawing/2014/main" id="{EB94DF28-809D-4E24-9F55-2DDF7AE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启动顺序</a:t>
            </a:r>
          </a:p>
        </p:txBody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AADB5EAE-7FEC-40D2-8BE7-9F48BC3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一次只新增一类链路，问题才容易定位</a:t>
            </a:r>
          </a:p>
        </p:txBody>
      </p:sp>
      <p:sp>
        <p:nvSpPr>
          <p:cNvPr id="3" name="shape-0093">
            <a:extLst xmlns:a="http://schemas.openxmlformats.org/drawingml/2006/main">
              <a:ext uri="{FF2B5EF4-FFF2-40B4-BE49-F238E27FC236}">
                <a16:creationId xmlns:a16="http://schemas.microsoft.com/office/drawing/2014/main" id="{3DE1886B-3363-4859-A114-DA5AFF4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51B4B727-234C-484C-954F-5DE721E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725EE32B-12D5-4286-8315-F3F8D99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6F9A4AFE-F410-403C-BEDD-B18C5A2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9457CE11-C79B-4496-BA7A-78059D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先看 SITL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C899503D-3191-4C50-8CC7-8346FA0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地面站能连接，仿真姿态与位置持续更新</a:t>
            </a:r>
          </a:p>
        </p:txBody>
      </p:sp>
      <p:sp>
        <p:nvSpPr>
          <p:cNvPr id="9" name="shape-0099">
            <a:extLst xmlns:a="http://schemas.openxmlformats.org/drawingml/2006/main">
              <a:ext uri="{FF2B5EF4-FFF2-40B4-BE49-F238E27FC236}">
                <a16:creationId xmlns:a16="http://schemas.microsoft.com/office/drawing/2014/main" id="{5B4698AF-762C-462C-83CD-2D31322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00">
            <a:extLst xmlns:a="http://schemas.openxmlformats.org/drawingml/2006/main">
              <a:ext uri="{FF2B5EF4-FFF2-40B4-BE49-F238E27FC236}">
                <a16:creationId xmlns:a16="http://schemas.microsoft.com/office/drawing/2014/main" id="{7090C01C-CC84-460F-9382-A07D537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6D235215-883C-4B36-B7A3-BFC843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再看两端网络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E5508BA9-1FC8-4455-BE45-3D18AF2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电脑到 RK3588 可达，UDP 目标地址正确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53667D71-BB21-4B2C-AF33-1A43DC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04">
            <a:extLst xmlns:a="http://schemas.openxmlformats.org/drawingml/2006/main">
              <a:ext uri="{FF2B5EF4-FFF2-40B4-BE49-F238E27FC236}">
                <a16:creationId xmlns:a16="http://schemas.microsoft.com/office/drawing/2014/main" id="{4BCC39DF-6B9E-45A7-94AA-30C3F8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105">
            <a:extLst xmlns:a="http://schemas.openxmlformats.org/drawingml/2006/main">
              <a:ext uri="{FF2B5EF4-FFF2-40B4-BE49-F238E27FC236}">
                <a16:creationId xmlns:a16="http://schemas.microsoft.com/office/drawing/2014/main" id="{BA86701F-0DA6-40AC-87AE-72F523E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启动 yolo / app</a:t>
            </a:r>
          </a:p>
        </p:txBody>
      </p:sp>
      <p:sp>
        <p:nvSpPr>
          <p:cNvPr id="16" name="text-0106">
            <a:extLst xmlns:a="http://schemas.openxmlformats.org/drawingml/2006/main">
              <a:ext uri="{FF2B5EF4-FFF2-40B4-BE49-F238E27FC236}">
                <a16:creationId xmlns:a16="http://schemas.microsoft.com/office/drawing/2014/main" id="{1C7EDAE6-8A86-46F3-9FC4-2D38C62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保持 SEND OFF，不运行任务</a:t>
            </a:r>
          </a:p>
        </p:txBody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8294E6A7-9636-497A-9C93-ED2B8C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08">
            <a:extLst xmlns:a="http://schemas.openxmlformats.org/drawingml/2006/main">
              <a:ext uri="{FF2B5EF4-FFF2-40B4-BE49-F238E27FC236}">
                <a16:creationId xmlns:a16="http://schemas.microsoft.com/office/drawing/2014/main" id="{EFA849D1-699A-4CF7-8E91-4CB6FFF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0EBFB8D6-0A5E-4941-A2C4-D0A3716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核对视频与 telemetry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4481704E-1174-41CB-9D81-FC64AA3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两条链路都稳定后再继续</a:t>
            </a:r>
          </a:p>
        </p:txBody>
      </p:sp>
      <p:sp>
        <p:nvSpPr>
          <p:cNvPr id="21" name="shape-0111">
            <a:extLst xmlns:a="http://schemas.openxmlformats.org/drawingml/2006/main">
              <a:ext uri="{FF2B5EF4-FFF2-40B4-BE49-F238E27FC236}">
                <a16:creationId xmlns:a16="http://schemas.microsoft.com/office/drawing/2014/main" id="{56F1DD1F-C0C7-4C51-9321-58F6CC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12">
            <a:extLst xmlns:a="http://schemas.openxmlformats.org/drawingml/2006/main">
              <a:ext uri="{FF2B5EF4-FFF2-40B4-BE49-F238E27FC236}">
                <a16:creationId xmlns:a16="http://schemas.microsoft.com/office/drawing/2014/main" id="{95379939-41AD-4ED4-8F13-D3C995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0113">
            <a:extLst xmlns:a="http://schemas.openxmlformats.org/drawingml/2006/main">
              <a:ext uri="{FF2B5EF4-FFF2-40B4-BE49-F238E27FC236}">
                <a16:creationId xmlns:a16="http://schemas.microsoft.com/office/drawing/2014/main" id="{8E0B9990-773B-46F1-894D-EBA7058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最后建 FIELD / 测 Action</a:t>
            </a:r>
          </a:p>
        </p:txBody>
      </p:sp>
      <p:sp>
        <p:nvSpPr>
          <p:cNvPr id="24" name="text-0114">
            <a:extLst xmlns:a="http://schemas.openxmlformats.org/drawingml/2006/main">
              <a:ext uri="{FF2B5EF4-FFF2-40B4-BE49-F238E27FC236}">
                <a16:creationId xmlns:a16="http://schemas.microsoft.com/office/drawing/2014/main" id="{ED09F7B0-9020-402E-B2F2-AB6DAB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每次只提高一个风险等级</a:t>
            </a:r>
          </a:p>
        </p:txBody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AE0884C6-8F38-44E4-9F7F-3DA7FA1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16">
            <a:extLst xmlns:a="http://schemas.openxmlformats.org/drawingml/2006/main">
              <a:ext uri="{FF2B5EF4-FFF2-40B4-BE49-F238E27FC236}">
                <a16:creationId xmlns:a16="http://schemas.microsoft.com/office/drawing/2014/main" id="{409F389C-45AA-4EC5-8A08-91DA00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任何一层不稳定，都不要继续叠加下一层。</a:t>
            </a:r>
          </a:p>
        </p:txBody>
      </p:sp>
    </p:spTree>
    <p:extLst>
      <p:ext uri="{BB962C8B-B14F-4D97-AF65-F5344CB8AC3E}">
        <p14:creationId xmlns:p14="http://schemas.microsoft.com/office/powerpoint/2010/main" val="18227597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076">
            <a:extLst xmlns:a="http://schemas.openxmlformats.org/drawingml/2006/main">
              <a:ext uri="{FF2B5EF4-FFF2-40B4-BE49-F238E27FC236}">
                <a16:creationId xmlns:a16="http://schemas.microsoft.com/office/drawing/2014/main" id="{EC945920-46DC-4385-8C10-16F90C2B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启动 RK3588</a:t>
            </a:r>
          </a:p>
        </p:txBody>
      </p:sp>
      <p:sp>
        <p:nvSpPr>
          <p:cNvPr id="2" name="text-0077">
            <a:extLst xmlns:a="http://schemas.openxmlformats.org/drawingml/2006/main">
              <a:ext uri="{FF2B5EF4-FFF2-40B4-BE49-F238E27FC236}">
                <a16:creationId xmlns:a16="http://schemas.microsoft.com/office/drawing/2014/main" id="{B3D0F602-3690-4F15-9771-94DDB82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systemd 或手动启动任选其一，不要重复运行</a:t>
            </a:r>
          </a:p>
        </p:txBody>
      </p:sp>
      <p:sp>
        <p:nvSpPr>
          <p:cNvPr id="3" name="shape-0078">
            <a:extLst xmlns:a="http://schemas.openxmlformats.org/drawingml/2006/main">
              <a:ext uri="{FF2B5EF4-FFF2-40B4-BE49-F238E27FC236}">
                <a16:creationId xmlns:a16="http://schemas.microsoft.com/office/drawing/2014/main" id="{B22BB5B1-AB50-4021-AA0F-25AF219B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79">
            <a:extLst xmlns:a="http://schemas.openxmlformats.org/drawingml/2006/main">
              <a:ext uri="{FF2B5EF4-FFF2-40B4-BE49-F238E27FC236}">
                <a16:creationId xmlns:a16="http://schemas.microsoft.com/office/drawing/2014/main" id="{E425D446-7E00-4072-BB44-BD162E9A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080">
            <a:extLst xmlns:a="http://schemas.openxmlformats.org/drawingml/2006/main">
              <a:ext uri="{FF2B5EF4-FFF2-40B4-BE49-F238E27FC236}">
                <a16:creationId xmlns:a16="http://schemas.microsoft.com/office/drawing/2014/main" id="{2C728905-E8CF-4E71-8F35-A8C4F033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shape-0081">
            <a:extLst xmlns:a="http://schemas.openxmlformats.org/drawingml/2006/main">
              <a:ext uri="{FF2B5EF4-FFF2-40B4-BE49-F238E27FC236}">
                <a16:creationId xmlns:a16="http://schemas.microsoft.com/office/drawing/2014/main" id="{D14928D2-FCFB-4718-88CB-094BB09E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715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hape-0082">
            <a:extLst xmlns:a="http://schemas.openxmlformats.org/drawingml/2006/main">
              <a:ext uri="{FF2B5EF4-FFF2-40B4-BE49-F238E27FC236}">
                <a16:creationId xmlns:a16="http://schemas.microsoft.com/office/drawing/2014/main" id="{CE6B6F10-918C-4C6F-9D8F-8E6EB5C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083">
            <a:extLst xmlns:a="http://schemas.openxmlformats.org/drawingml/2006/main">
              <a:ext uri="{FF2B5EF4-FFF2-40B4-BE49-F238E27FC236}">
                <a16:creationId xmlns:a16="http://schemas.microsoft.com/office/drawing/2014/main" id="{969DDC7E-8B48-45EC-9907-3176EAAD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使用 systemd</a:t>
            </a:r>
          </a:p>
        </p:txBody>
      </p:sp>
      <p:sp>
        <p:nvSpPr>
          <p:cNvPr id="9" name="text-0084">
            <a:extLst xmlns:a="http://schemas.openxmlformats.org/drawingml/2006/main">
              <a:ext uri="{FF2B5EF4-FFF2-40B4-BE49-F238E27FC236}">
                <a16:creationId xmlns:a16="http://schemas.microsoft.com/office/drawing/2014/main" id="{CE761656-8BB2-489C-8307-4DAC7E8C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2578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systemctl --user restart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uav-yolo.service uav-app.service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systemctl --user --no-pager --full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status uav-yolo.service uav-app.service</a:t>
            </a:r>
          </a:p>
        </p:txBody>
      </p:sp>
      <p:sp>
        <p:nvSpPr>
          <p:cNvPr id="10" name="shape-0085">
            <a:extLst xmlns:a="http://schemas.openxmlformats.org/drawingml/2006/main">
              <a:ext uri="{FF2B5EF4-FFF2-40B4-BE49-F238E27FC236}">
                <a16:creationId xmlns:a16="http://schemas.microsoft.com/office/drawing/2014/main" id="{D5D40B83-FB19-45EB-8148-1B54D2FB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4724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hape-0086">
            <a:extLst xmlns:a="http://schemas.openxmlformats.org/drawingml/2006/main">
              <a:ext uri="{FF2B5EF4-FFF2-40B4-BE49-F238E27FC236}">
                <a16:creationId xmlns:a16="http://schemas.microsoft.com/office/drawing/2014/main" id="{D26B1820-6205-44EE-BE2C-29FF74E5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87">
            <a:extLst xmlns:a="http://schemas.openxmlformats.org/drawingml/2006/main">
              <a:ext uri="{FF2B5EF4-FFF2-40B4-BE49-F238E27FC236}">
                <a16:creationId xmlns:a16="http://schemas.microsoft.com/office/drawing/2014/main" id="{8761175E-952C-438C-B8FD-35A4661B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050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手动启动两个环境</a:t>
            </a:r>
          </a:p>
        </p:txBody>
      </p:sp>
      <p:sp>
        <p:nvSpPr>
          <p:cNvPr id="13" name="text-0088">
            <a:extLst xmlns:a="http://schemas.openxmlformats.org/drawingml/2006/main">
              <a:ext uri="{FF2B5EF4-FFF2-40B4-BE49-F238E27FC236}">
                <a16:creationId xmlns:a16="http://schemas.microsoft.com/office/drawing/2014/main" id="{CAD2CC4D-6165-41A5-98FC-07DE4DAF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86000"/>
            <a:ext cx="4267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conda activate yolo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python -m yolo_app.main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--source 5600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conda activate app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python -m app.main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--connect-telemetry \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--send-commands false</a:t>
            </a:r>
          </a:p>
        </p:txBody>
      </p:sp>
      <p:sp>
        <p:nvSpPr>
          <p:cNvPr id="14" name="shape-0089">
            <a:extLst xmlns:a="http://schemas.openxmlformats.org/drawingml/2006/main">
              <a:ext uri="{FF2B5EF4-FFF2-40B4-BE49-F238E27FC236}">
                <a16:creationId xmlns:a16="http://schemas.microsoft.com/office/drawing/2014/main" id="{06D5046E-F026-4BD1-84E6-9FE8380D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090">
            <a:extLst xmlns:a="http://schemas.openxmlformats.org/drawingml/2006/main">
              <a:ext uri="{FF2B5EF4-FFF2-40B4-BE49-F238E27FC236}">
                <a16:creationId xmlns:a16="http://schemas.microsoft.com/office/drawing/2014/main" id="{32B826DB-50CB-4D80-8511-056ABEA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24475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两种方式任选其一；先确认 SEND OFF，再看服务日志。</a:t>
            </a:r>
          </a:p>
        </p:txBody>
      </p:sp>
    </p:spTree>
    <p:extLst>
      <p:ext uri="{BB962C8B-B14F-4D97-AF65-F5344CB8AC3E}">
        <p14:creationId xmlns:p14="http://schemas.microsoft.com/office/powerpoint/2010/main" val="8793920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0036">
            <a:extLst xmlns:a="http://schemas.openxmlformats.org/drawingml/2006/main">
              <a:ext uri="{FF2B5EF4-FFF2-40B4-BE49-F238E27FC236}">
                <a16:creationId xmlns:a16="http://schemas.microsoft.com/office/drawing/2014/main" id="{01354C87-77BB-4C21-8888-63B8CCF6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浏览器入口</a:t>
            </a:r>
          </a:p>
        </p:txBody>
      </p:sp>
      <p:sp>
        <p:nvSpPr>
          <p:cNvPr id="2" name="text-0037">
            <a:extLst xmlns:a="http://schemas.openxmlformats.org/drawingml/2006/main">
              <a:ext uri="{FF2B5EF4-FFF2-40B4-BE49-F238E27FC236}">
                <a16:creationId xmlns:a16="http://schemas.microsoft.com/office/drawing/2014/main" id="{59A15CF0-F3FF-46E3-AFB4-B9B84B52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端口固定，但 IP 必须换成现场地址</a:t>
            </a:r>
          </a:p>
        </p:txBody>
      </p:sp>
      <p:sp>
        <p:nvSpPr>
          <p:cNvPr id="3" name="shape-0038">
            <a:extLst xmlns:a="http://schemas.openxmlformats.org/drawingml/2006/main">
              <a:ext uri="{FF2B5EF4-FFF2-40B4-BE49-F238E27FC236}">
                <a16:creationId xmlns:a16="http://schemas.microsoft.com/office/drawing/2014/main" id="{84AAC3BA-DA9D-4A82-ADFA-1B4F504F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39">
            <a:extLst xmlns:a="http://schemas.openxmlformats.org/drawingml/2006/main">
              <a:ext uri="{FF2B5EF4-FFF2-40B4-BE49-F238E27FC236}">
                <a16:creationId xmlns:a16="http://schemas.microsoft.com/office/drawing/2014/main" id="{F2E4593B-A171-404A-A3AA-9056EF01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040">
            <a:extLst xmlns:a="http://schemas.openxmlformats.org/drawingml/2006/main">
              <a:ext uri="{FF2B5EF4-FFF2-40B4-BE49-F238E27FC236}">
                <a16:creationId xmlns:a16="http://schemas.microsoft.com/office/drawing/2014/main" id="{DC63E79D-2C73-4A79-A9A0-93A0AA26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shape-0041">
            <a:extLst xmlns:a="http://schemas.openxmlformats.org/drawingml/2006/main">
              <a:ext uri="{FF2B5EF4-FFF2-40B4-BE49-F238E27FC236}">
                <a16:creationId xmlns:a16="http://schemas.microsoft.com/office/drawing/2014/main" id="{B1560475-97F6-4780-8A42-A4199F6E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0957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042">
            <a:extLst xmlns:a="http://schemas.openxmlformats.org/drawingml/2006/main">
              <a:ext uri="{FF2B5EF4-FFF2-40B4-BE49-F238E27FC236}">
                <a16:creationId xmlns:a16="http://schemas.microsoft.com/office/drawing/2014/main" id="{45D525F6-8C14-4B10-A992-31062545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Web UI</a:t>
            </a:r>
          </a:p>
        </p:txBody>
      </p:sp>
      <p:sp>
        <p:nvSpPr>
          <p:cNvPr id="8" name="text-0043">
            <a:extLst xmlns:a="http://schemas.openxmlformats.org/drawingml/2006/main">
              <a:ext uri="{FF2B5EF4-FFF2-40B4-BE49-F238E27FC236}">
                <a16:creationId xmlns:a16="http://schemas.microsoft.com/office/drawing/2014/main" id="{846FD636-7204-44FC-A19C-FDB0BB34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:8080</a:t>
            </a:r>
          </a:p>
        </p:txBody>
      </p:sp>
      <p:sp>
        <p:nvSpPr>
          <p:cNvPr id="9" name="text-0044">
            <a:extLst xmlns:a="http://schemas.openxmlformats.org/drawingml/2006/main">
              <a:ext uri="{FF2B5EF4-FFF2-40B4-BE49-F238E27FC236}">
                <a16:creationId xmlns:a16="http://schemas.microsoft.com/office/drawing/2014/main" id="{FB59CF00-5E30-4972-A608-0A5B792C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rPr>
              <a:t>VIDEO</a:t>
            </a:r>
          </a:p>
        </p:txBody>
      </p:sp>
      <p:sp>
        <p:nvSpPr>
          <p:cNvPr id="10" name="text-0045">
            <a:extLst xmlns:a="http://schemas.openxmlformats.org/drawingml/2006/main">
              <a:ext uri="{FF2B5EF4-FFF2-40B4-BE49-F238E27FC236}">
                <a16:creationId xmlns:a16="http://schemas.microsoft.com/office/drawing/2014/main" id="{9D32359F-0AEF-4144-BFE5-CF6C863A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:8081</a:t>
            </a:r>
          </a:p>
        </p:txBody>
      </p:sp>
      <p:sp>
        <p:nvSpPr>
          <p:cNvPr id="11" name="text-0046">
            <a:extLst xmlns:a="http://schemas.openxmlformats.org/drawingml/2006/main">
              <a:ext uri="{FF2B5EF4-FFF2-40B4-BE49-F238E27FC236}">
                <a16:creationId xmlns:a16="http://schemas.microsoft.com/office/drawing/2014/main" id="{67292979-1DE5-43B5-BFDA-8F625DA1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66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操作入口</a:t>
            </a:r>
          </a:p>
        </p:txBody>
      </p:sp>
      <p:sp>
        <p:nvSpPr>
          <p:cNvPr id="12" name="text-0047">
            <a:extLst xmlns:a="http://schemas.openxmlformats.org/drawingml/2006/main">
              <a:ext uri="{FF2B5EF4-FFF2-40B4-BE49-F238E27FC236}">
                <a16:creationId xmlns:a16="http://schemas.microsoft.com/office/drawing/2014/main" id="{46020DFB-D51E-431C-A56B-3EF8CD8E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582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http://&lt;RK3588-IP&gt;:8080/</a:t>
            </a:r>
          </a:p>
        </p:txBody>
      </p:sp>
      <p:sp>
        <p:nvSpPr>
          <p:cNvPr id="13" name="shape-0048">
            <a:extLst xmlns:a="http://schemas.openxmlformats.org/drawingml/2006/main">
              <a:ext uri="{FF2B5EF4-FFF2-40B4-BE49-F238E27FC236}">
                <a16:creationId xmlns:a16="http://schemas.microsoft.com/office/drawing/2014/main" id="{CB7D1BE3-CDDD-4C43-8F43-FD9E9C47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049">
            <a:extLst xmlns:a="http://schemas.openxmlformats.org/drawingml/2006/main">
              <a:ext uri="{FF2B5EF4-FFF2-40B4-BE49-F238E27FC236}">
                <a16:creationId xmlns:a16="http://schemas.microsoft.com/office/drawing/2014/main" id="{3476781F-C31B-4C93-9CB0-F2F446EF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视频流</a:t>
            </a:r>
          </a:p>
        </p:txBody>
      </p:sp>
      <p:sp>
        <p:nvSpPr>
          <p:cNvPr id="15" name="text-0050">
            <a:extLst xmlns:a="http://schemas.openxmlformats.org/drawingml/2006/main">
              <a:ext uri="{FF2B5EF4-FFF2-40B4-BE49-F238E27FC236}">
                <a16:creationId xmlns:a16="http://schemas.microsoft.com/office/drawing/2014/main" id="{928103BA-6F4E-4A86-812D-AED18DD4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90900"/>
            <a:ext cx="582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http://&lt;RK3588-IP&gt;:8081/video/yolo.mjpeg</a:t>
            </a:r>
          </a:p>
        </p:txBody>
      </p:sp>
      <p:sp>
        <p:nvSpPr>
          <p:cNvPr id="16" name="shape-0051">
            <a:extLst xmlns:a="http://schemas.openxmlformats.org/drawingml/2006/main">
              <a:ext uri="{FF2B5EF4-FFF2-40B4-BE49-F238E27FC236}">
                <a16:creationId xmlns:a16="http://schemas.microsoft.com/office/drawing/2014/main" id="{45F61192-B50F-42DA-885B-C1F83E77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814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052">
            <a:extLst xmlns:a="http://schemas.openxmlformats.org/drawingml/2006/main">
              <a:ext uri="{FF2B5EF4-FFF2-40B4-BE49-F238E27FC236}">
                <a16:creationId xmlns:a16="http://schemas.microsoft.com/office/drawing/2014/main" id="{17326EAE-D6A9-4CBF-A182-9DB46812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14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启动后先看</a:t>
            </a:r>
          </a:p>
        </p:txBody>
      </p:sp>
      <p:sp>
        <p:nvSpPr>
          <p:cNvPr id="18" name="text-0053">
            <a:extLst xmlns:a="http://schemas.openxmlformats.org/drawingml/2006/main">
              <a:ext uri="{FF2B5EF4-FFF2-40B4-BE49-F238E27FC236}">
                <a16:creationId xmlns:a16="http://schemas.microsoft.com/office/drawing/2014/main" id="{0B711607-0E08-4D89-8211-DFEB5457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14850"/>
            <a:ext cx="582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SEND OFF、telemetry 与 YOLO scene 都在更新。</a:t>
            </a:r>
          </a:p>
        </p:txBody>
      </p:sp>
      <p:sp>
        <p:nvSpPr>
          <p:cNvPr id="19" name="shape-0054">
            <a:extLst xmlns:a="http://schemas.openxmlformats.org/drawingml/2006/main">
              <a:ext uri="{FF2B5EF4-FFF2-40B4-BE49-F238E27FC236}">
                <a16:creationId xmlns:a16="http://schemas.microsoft.com/office/drawing/2014/main" id="{BB863FFA-F54E-4234-811C-EE0E3B97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57800"/>
            <a:ext cx="5829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055">
            <a:extLst xmlns:a="http://schemas.openxmlformats.org/drawingml/2006/main">
              <a:ext uri="{FF2B5EF4-FFF2-40B4-BE49-F238E27FC236}">
                <a16:creationId xmlns:a16="http://schemas.microsoft.com/office/drawing/2014/main" id="{6907773B-E285-43F6-8CAB-80AFAEEA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29250"/>
            <a:ext cx="582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浏览器打不开时，同时检查服务状态、端口和防火墙。 </a:t>
            </a:r>
          </a:p>
        </p:txBody>
      </p:sp>
    </p:spTree>
    <p:extLst>
      <p:ext uri="{BB962C8B-B14F-4D97-AF65-F5344CB8AC3E}">
        <p14:creationId xmlns:p14="http://schemas.microsoft.com/office/powerpoint/2010/main" val="19425598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0159">
            <a:extLst xmlns:a="http://schemas.openxmlformats.org/drawingml/2006/main">
              <a:ext uri="{FF2B5EF4-FFF2-40B4-BE49-F238E27FC236}">
                <a16:creationId xmlns:a16="http://schemas.microsoft.com/office/drawing/2014/main" id="{DB7A040C-A394-44D5-9CD7-C74A612D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只观察连接</a:t>
            </a:r>
          </a:p>
        </p:txBody>
      </p:sp>
      <p:sp>
        <p:nvSpPr>
          <p:cNvPr id="2" name="text-0160">
            <a:extLst xmlns:a="http://schemas.openxmlformats.org/drawingml/2006/main">
              <a:ext uri="{FF2B5EF4-FFF2-40B4-BE49-F238E27FC236}">
                <a16:creationId xmlns:a16="http://schemas.microsoft.com/office/drawing/2014/main" id="{5873148F-5978-4F5D-9EFF-6276E8F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保持 SEND OFF，先看六个可观察结果</a:t>
            </a:r>
          </a:p>
        </p:txBody>
      </p:sp>
      <p:sp>
        <p:nvSpPr>
          <p:cNvPr id="3" name="shape-0161">
            <a:extLst xmlns:a="http://schemas.openxmlformats.org/drawingml/2006/main">
              <a:ext uri="{FF2B5EF4-FFF2-40B4-BE49-F238E27FC236}">
                <a16:creationId xmlns:a16="http://schemas.microsoft.com/office/drawing/2014/main" id="{4BE770DD-325A-46B6-B917-8026DE3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2">
            <a:extLst xmlns:a="http://schemas.openxmlformats.org/drawingml/2006/main">
              <a:ext uri="{FF2B5EF4-FFF2-40B4-BE49-F238E27FC236}">
                <a16:creationId xmlns:a16="http://schemas.microsoft.com/office/drawing/2014/main" id="{EEA9BE45-53AE-4E7D-BB76-7A29603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163">
            <a:extLst xmlns:a="http://schemas.openxmlformats.org/drawingml/2006/main">
              <a:ext uri="{FF2B5EF4-FFF2-40B4-BE49-F238E27FC236}">
                <a16:creationId xmlns:a16="http://schemas.microsoft.com/office/drawing/2014/main" id="{5A642EE1-E902-4378-BCBC-3C9AB6E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shape-0164">
            <a:extLst xmlns:a="http://schemas.openxmlformats.org/drawingml/2006/main">
              <a:ext uri="{FF2B5EF4-FFF2-40B4-BE49-F238E27FC236}">
                <a16:creationId xmlns:a16="http://schemas.microsoft.com/office/drawing/2014/main" id="{1B91FBC6-6084-4D53-937A-0B247F8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65">
            <a:extLst xmlns:a="http://schemas.openxmlformats.org/drawingml/2006/main">
              <a:ext uri="{FF2B5EF4-FFF2-40B4-BE49-F238E27FC236}">
                <a16:creationId xmlns:a16="http://schemas.microsoft.com/office/drawing/2014/main" id="{F6247B5D-3D94-4F47-8700-A2CEB81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166">
            <a:extLst xmlns:a="http://schemas.openxmlformats.org/drawingml/2006/main">
              <a:ext uri="{FF2B5EF4-FFF2-40B4-BE49-F238E27FC236}">
                <a16:creationId xmlns:a16="http://schemas.microsoft.com/office/drawing/2014/main" id="{C719AD75-63F4-4105-9818-5A2FD5D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telemetry 来源是 sitl</a:t>
            </a:r>
          </a:p>
        </p:txBody>
      </p:sp>
      <p:sp>
        <p:nvSpPr>
          <p:cNvPr id="9" name="text-0167">
            <a:extLst xmlns:a="http://schemas.openxmlformats.org/drawingml/2006/main">
              <a:ext uri="{FF2B5EF4-FFF2-40B4-BE49-F238E27FC236}">
                <a16:creationId xmlns:a16="http://schemas.microsoft.com/office/drawing/2014/main" id="{D1DEEC32-AF60-4E00-8C07-F9E5855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621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data_source / active_source 都指向 sitl</a:t>
            </a:r>
          </a:p>
        </p:txBody>
      </p:sp>
      <p:sp>
        <p:nvSpPr>
          <p:cNvPr id="10" name="shape-0168">
            <a:extLst xmlns:a="http://schemas.openxmlformats.org/drawingml/2006/main">
              <a:ext uri="{FF2B5EF4-FFF2-40B4-BE49-F238E27FC236}">
                <a16:creationId xmlns:a16="http://schemas.microsoft.com/office/drawing/2014/main" id="{A4414E9D-2F5F-426C-945C-E04B1C3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69">
            <a:extLst xmlns:a="http://schemas.openxmlformats.org/drawingml/2006/main">
              <a:ext uri="{FF2B5EF4-FFF2-40B4-BE49-F238E27FC236}">
                <a16:creationId xmlns:a16="http://schemas.microsoft.com/office/drawing/2014/main" id="{A9F7A957-4E08-48D4-B3FE-0B345C8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-0170">
            <a:extLst xmlns:a="http://schemas.openxmlformats.org/drawingml/2006/main">
              <a:ext uri="{FF2B5EF4-FFF2-40B4-BE49-F238E27FC236}">
                <a16:creationId xmlns:a16="http://schemas.microsoft.com/office/drawing/2014/main" id="{825EACF4-8561-486B-91D6-1C6C12B6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飞控状态持续更新</a:t>
            </a:r>
          </a:p>
        </p:txBody>
      </p:sp>
      <p:sp>
        <p:nvSpPr>
          <p:cNvPr id="13" name="text-0171">
            <a:extLst xmlns:a="http://schemas.openxmlformats.org/drawingml/2006/main">
              <a:ext uri="{FF2B5EF4-FFF2-40B4-BE49-F238E27FC236}">
                <a16:creationId xmlns:a16="http://schemas.microsoft.com/office/drawing/2014/main" id="{F416C5EA-F204-47DF-AABD-70DA379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heartbeat、GPS、姿态与 LOCAL_NED 可见</a:t>
            </a:r>
          </a:p>
        </p:txBody>
      </p:sp>
      <p:sp>
        <p:nvSpPr>
          <p:cNvPr id="14" name="shape-0172">
            <a:extLst xmlns:a="http://schemas.openxmlformats.org/drawingml/2006/main">
              <a:ext uri="{FF2B5EF4-FFF2-40B4-BE49-F238E27FC236}">
                <a16:creationId xmlns:a16="http://schemas.microsoft.com/office/drawing/2014/main" id="{2BEB8AE9-C043-4A7E-BD00-017ECAC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73">
            <a:extLst xmlns:a="http://schemas.openxmlformats.org/drawingml/2006/main">
              <a:ext uri="{FF2B5EF4-FFF2-40B4-BE49-F238E27FC236}">
                <a16:creationId xmlns:a16="http://schemas.microsoft.com/office/drawing/2014/main" id="{991796E6-C0C6-4FA9-B69F-64D66A9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text-0174">
            <a:extLst xmlns:a="http://schemas.openxmlformats.org/drawingml/2006/main">
              <a:ext uri="{FF2B5EF4-FFF2-40B4-BE49-F238E27FC236}">
                <a16:creationId xmlns:a16="http://schemas.microsoft.com/office/drawing/2014/main" id="{614DE922-91DA-47C9-A85B-3AF4869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仿真视频稳定</a:t>
            </a:r>
          </a:p>
        </p:txBody>
      </p:sp>
      <p:sp>
        <p:nvSpPr>
          <p:cNvPr id="17" name="text-0175">
            <a:extLst xmlns:a="http://schemas.openxmlformats.org/drawingml/2006/main">
              <a:ext uri="{FF2B5EF4-FFF2-40B4-BE49-F238E27FC236}">
                <a16:creationId xmlns:a16="http://schemas.microsoft.com/office/drawing/2014/main" id="{679AC5CE-0443-4370-B6A8-594C0E3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画面与相机方向正常</a:t>
            </a:r>
          </a:p>
        </p:txBody>
      </p:sp>
      <p:sp>
        <p:nvSpPr>
          <p:cNvPr id="18" name="shape-0176">
            <a:extLst xmlns:a="http://schemas.openxmlformats.org/drawingml/2006/main">
              <a:ext uri="{FF2B5EF4-FFF2-40B4-BE49-F238E27FC236}">
                <a16:creationId xmlns:a16="http://schemas.microsoft.com/office/drawing/2014/main" id="{D9C5480A-0E53-4BE1-8031-CE92CD0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77">
            <a:extLst xmlns:a="http://schemas.openxmlformats.org/drawingml/2006/main">
              <a:ext uri="{FF2B5EF4-FFF2-40B4-BE49-F238E27FC236}">
                <a16:creationId xmlns:a16="http://schemas.microsoft.com/office/drawing/2014/main" id="{7C692C86-866D-40F9-BF3F-301C385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178">
            <a:extLst xmlns:a="http://schemas.openxmlformats.org/drawingml/2006/main">
              <a:ext uri="{FF2B5EF4-FFF2-40B4-BE49-F238E27FC236}">
                <a16:creationId xmlns:a16="http://schemas.microsoft.com/office/drawing/2014/main" id="{60357795-2E25-4B89-98C6-70D8168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YOLO scene 更新</a:t>
            </a:r>
          </a:p>
        </p:txBody>
      </p:sp>
      <p:sp>
        <p:nvSpPr>
          <p:cNvPr id="21" name="text-0179">
            <a:extLst xmlns:a="http://schemas.openxmlformats.org/drawingml/2006/main">
              <a:ext uri="{FF2B5EF4-FFF2-40B4-BE49-F238E27FC236}">
                <a16:creationId xmlns:a16="http://schemas.microsoft.com/office/drawing/2014/main" id="{EE30CBED-12D7-4B17-94FF-21CCF23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检测链路没有持续解码或模型错误</a:t>
            </a:r>
          </a:p>
        </p:txBody>
      </p:sp>
      <p:sp>
        <p:nvSpPr>
          <p:cNvPr id="22" name="shape-0180">
            <a:extLst xmlns:a="http://schemas.openxmlformats.org/drawingml/2006/main">
              <a:ext uri="{FF2B5EF4-FFF2-40B4-BE49-F238E27FC236}">
                <a16:creationId xmlns:a16="http://schemas.microsoft.com/office/drawing/2014/main" id="{FBA1B0E9-6359-48F0-8E39-88804EE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81">
            <a:extLst xmlns:a="http://schemas.openxmlformats.org/drawingml/2006/main">
              <a:ext uri="{FF2B5EF4-FFF2-40B4-BE49-F238E27FC236}">
                <a16:creationId xmlns:a16="http://schemas.microsoft.com/office/drawing/2014/main" id="{7A0128B7-BD6C-44CB-923F-B715B5A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-0182">
            <a:extLst xmlns:a="http://schemas.openxmlformats.org/drawingml/2006/main">
              <a:ext uri="{FF2B5EF4-FFF2-40B4-BE49-F238E27FC236}">
                <a16:creationId xmlns:a16="http://schemas.microsoft.com/office/drawing/2014/main" id="{81796FD5-424E-4057-A6CE-2CD90D5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Web UI 显示 SEND OFF</a:t>
            </a:r>
          </a:p>
        </p:txBody>
      </p:sp>
      <p:sp>
        <p:nvSpPr>
          <p:cNvPr id="25" name="text-0183">
            <a:extLst xmlns:a="http://schemas.openxmlformats.org/drawingml/2006/main">
              <a:ext uri="{FF2B5EF4-FFF2-40B4-BE49-F238E27FC236}">
                <a16:creationId xmlns:a16="http://schemas.microsoft.com/office/drawing/2014/main" id="{81F8E63A-2CC1-428A-B487-EBAEDB5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系统发送门和 Action 发送门均未开启</a:t>
            </a:r>
          </a:p>
        </p:txBody>
      </p:sp>
      <p:sp>
        <p:nvSpPr>
          <p:cNvPr id="26" name="shape-0184">
            <a:extLst xmlns:a="http://schemas.openxmlformats.org/drawingml/2006/main">
              <a:ext uri="{FF2B5EF4-FFF2-40B4-BE49-F238E27FC236}">
                <a16:creationId xmlns:a16="http://schemas.microsoft.com/office/drawing/2014/main" id="{B6A68847-9163-45EE-8539-FB056C9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185">
            <a:extLst xmlns:a="http://schemas.openxmlformats.org/drawingml/2006/main">
              <a:ext uri="{FF2B5EF4-FFF2-40B4-BE49-F238E27FC236}">
                <a16:creationId xmlns:a16="http://schemas.microsoft.com/office/drawing/2014/main" id="{BC35FC43-85E4-4B17-8059-888741E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-0186">
            <a:extLst xmlns:a="http://schemas.openxmlformats.org/drawingml/2006/main">
              <a:ext uri="{FF2B5EF4-FFF2-40B4-BE49-F238E27FC236}">
                <a16:creationId xmlns:a16="http://schemas.microsoft.com/office/drawing/2014/main" id="{F8981C19-3713-48F0-B0A1-74AE689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没有任务自动启动</a:t>
            </a:r>
          </a:p>
        </p:txBody>
      </p:sp>
      <p:sp>
        <p:nvSpPr>
          <p:cNvPr id="29" name="text-0187">
            <a:extLst xmlns:a="http://schemas.openxmlformats.org/drawingml/2006/main">
              <a:ext uri="{FF2B5EF4-FFF2-40B4-BE49-F238E27FC236}">
                <a16:creationId xmlns:a16="http://schemas.microsoft.com/office/drawing/2014/main" id="{45D16BFD-0ABF-4106-8A4B-793E7C9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页面加载后不运行 Action 或 Mission</a:t>
            </a:r>
          </a:p>
        </p:txBody>
      </p:sp>
      <p:sp>
        <p:nvSpPr>
          <p:cNvPr id="30" name="shape-0188">
            <a:extLst xmlns:a="http://schemas.openxmlformats.org/drawingml/2006/main">
              <a:ext uri="{FF2B5EF4-FFF2-40B4-BE49-F238E27FC236}">
                <a16:creationId xmlns:a16="http://schemas.microsoft.com/office/drawing/2014/main" id="{DF24A277-C91C-458D-BAD1-EBEFE52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89">
            <a:extLst xmlns:a="http://schemas.openxmlformats.org/drawingml/2006/main">
              <a:ext uri="{FF2B5EF4-FFF2-40B4-BE49-F238E27FC236}">
                <a16:creationId xmlns:a16="http://schemas.microsoft.com/office/drawing/2014/main" id="{771DDF1E-C606-4A5E-975A-04D1564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检查 heartbeat 不需要打开 SEND。</a:t>
            </a:r>
          </a:p>
        </p:txBody>
      </p:sp>
    </p:spTree>
    <p:extLst>
      <p:ext uri="{BB962C8B-B14F-4D97-AF65-F5344CB8AC3E}">
        <p14:creationId xmlns:p14="http://schemas.microsoft.com/office/powerpoint/2010/main" val="14200099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117">
            <a:extLst xmlns:a="http://schemas.openxmlformats.org/drawingml/2006/main">
              <a:ext uri="{FF2B5EF4-FFF2-40B4-BE49-F238E27FC236}">
                <a16:creationId xmlns:a16="http://schemas.microsoft.com/office/drawing/2014/main" id="{F8F7D61C-B60C-4702-B564-0975744E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Field Reference</a:t>
            </a:r>
          </a:p>
        </p:txBody>
      </p:sp>
      <p:sp>
        <p:nvSpPr>
          <p:cNvPr id="2" name="text-0118">
            <a:extLst xmlns:a="http://schemas.openxmlformats.org/drawingml/2006/main">
              <a:ext uri="{FF2B5EF4-FFF2-40B4-BE49-F238E27FC236}">
                <a16:creationId xmlns:a16="http://schemas.microsoft.com/office/drawing/2014/main" id="{152A3429-2043-4AD6-8D34-9BBAE78F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FIELD 方向必须靠仿真运动验证</a:t>
            </a:r>
          </a:p>
        </p:txBody>
      </p:sp>
      <p:sp>
        <p:nvSpPr>
          <p:cNvPr id="3" name="shape-0119">
            <a:extLst xmlns:a="http://schemas.openxmlformats.org/drawingml/2006/main">
              <a:ext uri="{FF2B5EF4-FFF2-40B4-BE49-F238E27FC236}">
                <a16:creationId xmlns:a16="http://schemas.microsoft.com/office/drawing/2014/main" id="{1BEFAE25-CEDF-4784-865D-AE0384CC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20">
            <a:extLst xmlns:a="http://schemas.openxmlformats.org/drawingml/2006/main">
              <a:ext uri="{FF2B5EF4-FFF2-40B4-BE49-F238E27FC236}">
                <a16:creationId xmlns:a16="http://schemas.microsoft.com/office/drawing/2014/main" id="{031C7661-78F5-4F52-A708-730C71EA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121">
            <a:extLst xmlns:a="http://schemas.openxmlformats.org/drawingml/2006/main">
              <a:ext uri="{FF2B5EF4-FFF2-40B4-BE49-F238E27FC236}">
                <a16:creationId xmlns:a16="http://schemas.microsoft.com/office/drawing/2014/main" id="{435A5261-0FC0-4629-BF13-257E762C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shape-0122">
            <a:extLst xmlns:a="http://schemas.openxmlformats.org/drawingml/2006/main">
              <a:ext uri="{FF2B5EF4-FFF2-40B4-BE49-F238E27FC236}">
                <a16:creationId xmlns:a16="http://schemas.microsoft.com/office/drawing/2014/main" id="{750AA9E3-3D02-4981-A52B-907F536A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57500"/>
            <a:ext cx="6743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23">
            <a:extLst xmlns:a="http://schemas.openxmlformats.org/drawingml/2006/main">
              <a:ext uri="{FF2B5EF4-FFF2-40B4-BE49-F238E27FC236}">
                <a16:creationId xmlns:a16="http://schemas.microsoft.com/office/drawing/2014/main" id="{D59362BC-FB8E-4C3A-BA2E-F980B04E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742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text-0124">
            <a:extLst xmlns:a="http://schemas.openxmlformats.org/drawingml/2006/main">
              <a:ext uri="{FF2B5EF4-FFF2-40B4-BE49-F238E27FC236}">
                <a16:creationId xmlns:a16="http://schemas.microsoft.com/office/drawing/2014/main" id="{E1D1C989-BA60-4FD1-B584-64E6B830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0300"/>
            <a:ext cx="742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shape-0125">
            <a:extLst xmlns:a="http://schemas.openxmlformats.org/drawingml/2006/main">
              <a:ext uri="{FF2B5EF4-FFF2-40B4-BE49-F238E27FC236}">
                <a16:creationId xmlns:a16="http://schemas.microsoft.com/office/drawing/2014/main" id="{2F7A2288-3F45-4AF7-BA6A-AB3F6089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571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hape-0126">
            <a:extLst xmlns:a="http://schemas.openxmlformats.org/drawingml/2006/main">
              <a:ext uri="{FF2B5EF4-FFF2-40B4-BE49-F238E27FC236}">
                <a16:creationId xmlns:a16="http://schemas.microsoft.com/office/drawing/2014/main" id="{29CA6337-BE5D-49E7-8D33-9BC53269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38350"/>
            <a:ext cx="2571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shape-0127">
            <a:extLst xmlns:a="http://schemas.openxmlformats.org/drawingml/2006/main">
              <a:ext uri="{FF2B5EF4-FFF2-40B4-BE49-F238E27FC236}">
                <a16:creationId xmlns:a16="http://schemas.microsoft.com/office/drawing/2014/main" id="{9908D224-7582-4C94-8E36-2272ACD3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2571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0128">
            <a:extLst xmlns:a="http://schemas.openxmlformats.org/drawingml/2006/main">
              <a:ext uri="{FF2B5EF4-FFF2-40B4-BE49-F238E27FC236}">
                <a16:creationId xmlns:a16="http://schemas.microsoft.com/office/drawing/2014/main" id="{5280F808-48D9-4534-92AF-E0B86EAA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Marker B</a:t>
            </a:r>
          </a:p>
        </p:txBody>
      </p:sp>
      <p:sp>
        <p:nvSpPr>
          <p:cNvPr id="13" name="text-0129">
            <a:extLst xmlns:a="http://schemas.openxmlformats.org/drawingml/2006/main">
              <a:ext uri="{FF2B5EF4-FFF2-40B4-BE49-F238E27FC236}">
                <a16:creationId xmlns:a16="http://schemas.microsoft.com/office/drawing/2014/main" id="{26F8FDE0-559B-4F3E-8A6C-B0F2CF03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输入场地前向点</a:t>
            </a:r>
          </a:p>
        </p:txBody>
      </p:sp>
      <p:sp>
        <p:nvSpPr>
          <p:cNvPr id="14" name="text-0130">
            <a:extLst xmlns:a="http://schemas.openxmlformats.org/drawingml/2006/main">
              <a:ext uri="{FF2B5EF4-FFF2-40B4-BE49-F238E27FC236}">
                <a16:creationId xmlns:a16="http://schemas.microsoft.com/office/drawing/2014/main" id="{0ABF2833-FCD8-49F8-AA06-1D5604AD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Web UI</a:t>
            </a:r>
          </a:p>
        </p:txBody>
      </p:sp>
      <p:sp>
        <p:nvSpPr>
          <p:cNvPr id="15" name="text-0131">
            <a:extLst xmlns:a="http://schemas.openxmlformats.org/drawingml/2006/main">
              <a:ext uri="{FF2B5EF4-FFF2-40B4-BE49-F238E27FC236}">
                <a16:creationId xmlns:a16="http://schemas.microsoft.com/office/drawing/2014/main" id="{E1ABF152-D5A8-4536-83DD-5EFA9A51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146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schema v3 GPS sampling</a:t>
            </a:r>
          </a:p>
        </p:txBody>
      </p:sp>
      <p:sp>
        <p:nvSpPr>
          <p:cNvPr id="16" name="text-0132">
            <a:extLst xmlns:a="http://schemas.openxmlformats.org/drawingml/2006/main">
              <a:ext uri="{FF2B5EF4-FFF2-40B4-BE49-F238E27FC236}">
                <a16:creationId xmlns:a16="http://schemas.microsoft.com/office/drawing/2014/main" id="{B6CC1CFA-230F-45E2-9818-2222D384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Gazebo</a:t>
            </a:r>
          </a:p>
        </p:txBody>
      </p:sp>
      <p:sp>
        <p:nvSpPr>
          <p:cNvPr id="17" name="text-0133">
            <a:extLst xmlns:a="http://schemas.openxmlformats.org/drawingml/2006/main">
              <a:ext uri="{FF2B5EF4-FFF2-40B4-BE49-F238E27FC236}">
                <a16:creationId xmlns:a16="http://schemas.microsoft.com/office/drawing/2014/main" id="{6F5F9451-80A0-4687-89DD-8A63A69C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实际运动复核</a:t>
            </a:r>
          </a:p>
        </p:txBody>
      </p:sp>
      <p:sp>
        <p:nvSpPr>
          <p:cNvPr id="18" name="text-0134">
            <a:extLst xmlns:a="http://schemas.openxmlformats.org/drawingml/2006/main">
              <a:ext uri="{FF2B5EF4-FFF2-40B4-BE49-F238E27FC236}">
                <a16:creationId xmlns:a16="http://schemas.microsoft.com/office/drawing/2014/main" id="{2B2CE25D-6C09-45D3-8378-28F19C14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FIELD→GPS 就绪  ·  FIELD→LOCAL_NED 保持不可用</a:t>
            </a:r>
          </a:p>
        </p:txBody>
      </p:sp>
      <p:sp>
        <p:nvSpPr>
          <p:cNvPr id="19" name="text-0135">
            <a:extLst xmlns:a="http://schemas.openxmlformats.org/drawingml/2006/main">
              <a:ext uri="{FF2B5EF4-FFF2-40B4-BE49-F238E27FC236}">
                <a16:creationId xmlns:a16="http://schemas.microsoft.com/office/drawing/2014/main" id="{DDF8B715-6AC3-4E13-80A2-C46E3F66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1005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+Y 前方 · +X 右方 · 与起始朝向、地图和实际运动一致</a:t>
            </a:r>
          </a:p>
        </p:txBody>
      </p:sp>
    </p:spTree>
    <p:extLst>
      <p:ext uri="{BB962C8B-B14F-4D97-AF65-F5344CB8AC3E}">
        <p14:creationId xmlns:p14="http://schemas.microsoft.com/office/powerpoint/2010/main" val="9809648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91">
            <a:extLst xmlns:a="http://schemas.openxmlformats.org/drawingml/2006/main">
              <a:ext uri="{FF2B5EF4-FFF2-40B4-BE49-F238E27FC236}">
                <a16:creationId xmlns:a16="http://schemas.microsoft.com/office/drawing/2014/main" id="{EB94DF28-809D-4E24-9F55-2DDF7AE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低风险 Action</a:t>
            </a:r>
          </a:p>
        </p:txBody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AADB5EAE-7FEC-40D2-8BE7-9F48BC3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从只读开始，风险一次只升一级</a:t>
            </a:r>
          </a:p>
        </p:txBody>
      </p:sp>
      <p:sp>
        <p:nvSpPr>
          <p:cNvPr id="3" name="shape-0093">
            <a:extLst xmlns:a="http://schemas.openxmlformats.org/drawingml/2006/main">
              <a:ext uri="{FF2B5EF4-FFF2-40B4-BE49-F238E27FC236}">
                <a16:creationId xmlns:a16="http://schemas.microsoft.com/office/drawing/2014/main" id="{3DE1886B-3363-4859-A114-DA5AFF4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51B4B727-234C-484C-954F-5DE721E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725EE32B-12D5-4286-8315-F3F8D99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6F9A4AFE-F410-403C-BEDD-B18C5A2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9457CE11-C79B-4496-BA7A-78059D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只读 / 识别 Action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C899503D-3191-4C50-8CC7-8346FA0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确认输入和状态，不产生运动命令</a:t>
            </a:r>
          </a:p>
        </p:txBody>
      </p:sp>
      <p:sp>
        <p:nvSpPr>
          <p:cNvPr id="9" name="shape-0099">
            <a:extLst xmlns:a="http://schemas.openxmlformats.org/drawingml/2006/main">
              <a:ext uri="{FF2B5EF4-FFF2-40B4-BE49-F238E27FC236}">
                <a16:creationId xmlns:a16="http://schemas.microsoft.com/office/drawing/2014/main" id="{5B4698AF-762C-462C-83CD-2D31322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00">
            <a:extLst xmlns:a="http://schemas.openxmlformats.org/drawingml/2006/main">
              <a:ext uri="{FF2B5EF4-FFF2-40B4-BE49-F238E27FC236}">
                <a16:creationId xmlns:a16="http://schemas.microsoft.com/office/drawing/2014/main" id="{7090C01C-CC84-460F-9382-A07D537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6D235215-883C-4B36-B7A3-BFC843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场地坐标预览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E5508BA9-1FC8-4455-BE45-3D18AF2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核对目标点与 FIELD 方向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53667D71-BB21-4B2C-AF33-1A43DC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04">
            <a:extLst xmlns:a="http://schemas.openxmlformats.org/drawingml/2006/main">
              <a:ext uri="{FF2B5EF4-FFF2-40B4-BE49-F238E27FC236}">
                <a16:creationId xmlns:a16="http://schemas.microsoft.com/office/drawing/2014/main" id="{4BCC39DF-6B9E-45A7-94AA-30C3F8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105">
            <a:extLst xmlns:a="http://schemas.openxmlformats.org/drawingml/2006/main">
              <a:ext uri="{FF2B5EF4-FFF2-40B4-BE49-F238E27FC236}">
                <a16:creationId xmlns:a16="http://schemas.microsoft.com/office/drawing/2014/main" id="{BA86701F-0DA6-40AC-87AE-72F523E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单个低速航点</a:t>
            </a:r>
          </a:p>
        </p:txBody>
      </p:sp>
      <p:sp>
        <p:nvSpPr>
          <p:cNvPr id="16" name="text-0106">
            <a:extLst xmlns:a="http://schemas.openxmlformats.org/drawingml/2006/main">
              <a:ext uri="{FF2B5EF4-FFF2-40B4-BE49-F238E27FC236}">
                <a16:creationId xmlns:a16="http://schemas.microsoft.com/office/drawing/2014/main" id="{1C7EDAE6-8A86-46F3-9FC4-2D38C62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只改变一个位置目标</a:t>
            </a:r>
          </a:p>
        </p:txBody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8294E6A7-9636-497A-9C93-ED2B8C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08">
            <a:extLst xmlns:a="http://schemas.openxmlformats.org/drawingml/2006/main">
              <a:ext uri="{FF2B5EF4-FFF2-40B4-BE49-F238E27FC236}">
                <a16:creationId xmlns:a16="http://schemas.microsoft.com/office/drawing/2014/main" id="{EFA849D1-699A-4CF7-8E91-4CB6FFF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0EBFB8D6-0A5E-4941-A2C4-D0A3716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Stop / Reset / Skip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4481704E-1174-41CB-9D81-FC64AA3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验证旧目标被立即清除</a:t>
            </a:r>
          </a:p>
        </p:txBody>
      </p:sp>
      <p:sp>
        <p:nvSpPr>
          <p:cNvPr id="21" name="shape-0111">
            <a:extLst xmlns:a="http://schemas.openxmlformats.org/drawingml/2006/main">
              <a:ext uri="{FF2B5EF4-FFF2-40B4-BE49-F238E27FC236}">
                <a16:creationId xmlns:a16="http://schemas.microsoft.com/office/drawing/2014/main" id="{56F1DD1F-C0C7-4C51-9321-58F6CC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12">
            <a:extLst xmlns:a="http://schemas.openxmlformats.org/drawingml/2006/main">
              <a:ext uri="{FF2B5EF4-FFF2-40B4-BE49-F238E27FC236}">
                <a16:creationId xmlns:a16="http://schemas.microsoft.com/office/drawing/2014/main" id="{95379939-41AD-4ED4-8F13-D3C995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0113">
            <a:extLst xmlns:a="http://schemas.openxmlformats.org/drawingml/2006/main">
              <a:ext uri="{FF2B5EF4-FFF2-40B4-BE49-F238E27FC236}">
                <a16:creationId xmlns:a16="http://schemas.microsoft.com/office/drawing/2014/main" id="{8E0B9990-773B-46F1-894D-EBA7058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起飞与降落分项</a:t>
            </a:r>
          </a:p>
        </p:txBody>
      </p:sp>
      <p:sp>
        <p:nvSpPr>
          <p:cNvPr id="24" name="text-0114">
            <a:extLst xmlns:a="http://schemas.openxmlformats.org/drawingml/2006/main">
              <a:ext uri="{FF2B5EF4-FFF2-40B4-BE49-F238E27FC236}">
                <a16:creationId xmlns:a16="http://schemas.microsoft.com/office/drawing/2014/main" id="{ED09F7B0-9020-402E-B2F2-AB6DAB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分别验证，不直接串成完整任务</a:t>
            </a:r>
          </a:p>
        </p:txBody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AE0884C6-8F38-44E4-9F7F-3DA7FA1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16">
            <a:extLst xmlns:a="http://schemas.openxmlformats.org/drawingml/2006/main">
              <a:ext uri="{FF2B5EF4-FFF2-40B4-BE49-F238E27FC236}">
                <a16:creationId xmlns:a16="http://schemas.microsoft.com/office/drawing/2014/main" id="{409F389C-45AA-4EC5-8A08-91DA00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场地、速度、高度和遥控接管均明确后，才继续提高风险。</a:t>
            </a:r>
          </a:p>
        </p:txBody>
      </p:sp>
    </p:spTree>
    <p:extLst>
      <p:ext uri="{BB962C8B-B14F-4D97-AF65-F5344CB8AC3E}">
        <p14:creationId xmlns:p14="http://schemas.microsoft.com/office/powerpoint/2010/main" val="18227597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0136">
            <a:extLst xmlns:a="http://schemas.openxmlformats.org/drawingml/2006/main">
              <a:ext uri="{FF2B5EF4-FFF2-40B4-BE49-F238E27FC236}">
                <a16:creationId xmlns:a16="http://schemas.microsoft.com/office/drawing/2014/main" id="{08309B5C-F6BB-4890-BADB-7ACC952B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SEND 授权门禁</a:t>
            </a:r>
          </a:p>
        </p:txBody>
      </p:sp>
      <p:sp>
        <p:nvSpPr>
          <p:cNvPr id="2" name="text-0137">
            <a:extLst xmlns:a="http://schemas.openxmlformats.org/drawingml/2006/main">
              <a:ext uri="{FF2B5EF4-FFF2-40B4-BE49-F238E27FC236}">
                <a16:creationId xmlns:a16="http://schemas.microsoft.com/office/drawing/2014/main" id="{698BE7BE-ED9D-4788-B44B-F41D4BB7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只有 SITL 门禁全绿，才允许临时打开 SEND</a:t>
            </a:r>
          </a:p>
        </p:txBody>
      </p:sp>
      <p:sp>
        <p:nvSpPr>
          <p:cNvPr id="3" name="shape-0138">
            <a:extLst xmlns:a="http://schemas.openxmlformats.org/drawingml/2006/main">
              <a:ext uri="{FF2B5EF4-FFF2-40B4-BE49-F238E27FC236}">
                <a16:creationId xmlns:a16="http://schemas.microsoft.com/office/drawing/2014/main" id="{8E30E100-3144-4F4D-AA0E-37C6F333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39">
            <a:extLst xmlns:a="http://schemas.openxmlformats.org/drawingml/2006/main">
              <a:ext uri="{FF2B5EF4-FFF2-40B4-BE49-F238E27FC236}">
                <a16:creationId xmlns:a16="http://schemas.microsoft.com/office/drawing/2014/main" id="{690414E8-AE1C-4B56-8BD3-E96E5552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140">
            <a:extLst xmlns:a="http://schemas.openxmlformats.org/drawingml/2006/main">
              <a:ext uri="{FF2B5EF4-FFF2-40B4-BE49-F238E27FC236}">
                <a16:creationId xmlns:a16="http://schemas.microsoft.com/office/drawing/2014/main" id="{C1AB8193-8159-4BB6-80AD-DC0E8DE9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shape-0141">
            <a:extLst xmlns:a="http://schemas.openxmlformats.org/drawingml/2006/main">
              <a:ext uri="{FF2B5EF4-FFF2-40B4-BE49-F238E27FC236}">
                <a16:creationId xmlns:a16="http://schemas.microsoft.com/office/drawing/2014/main" id="{08CA7892-72BB-48CE-A6C3-78DBF8BE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6291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42">
            <a:extLst xmlns:a="http://schemas.openxmlformats.org/drawingml/2006/main">
              <a:ext uri="{FF2B5EF4-FFF2-40B4-BE49-F238E27FC236}">
                <a16:creationId xmlns:a16="http://schemas.microsoft.com/office/drawing/2014/main" id="{C806F8B6-7551-47D8-A6BF-A4826E42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仅限本次 SITL</a:t>
            </a:r>
          </a:p>
        </p:txBody>
      </p:sp>
      <p:sp>
        <p:nvSpPr>
          <p:cNvPr id="8" name="text-0143">
            <a:extLst xmlns:a="http://schemas.openxmlformats.org/drawingml/2006/main">
              <a:ext uri="{FF2B5EF4-FFF2-40B4-BE49-F238E27FC236}">
                <a16:creationId xmlns:a16="http://schemas.microsoft.com/office/drawing/2014/main" id="{D79F273D-C5AC-4E9A-BC3E-7156CBF5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4019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继续验证：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投放请求（无真实机构）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分项 Mission → 完整 v2 模板</a:t>
            </a:r>
          </a:p>
        </p:txBody>
      </p:sp>
      <p:sp>
        <p:nvSpPr>
          <p:cNvPr id="9" name="shape-0144">
            <a:extLst xmlns:a="http://schemas.openxmlformats.org/drawingml/2006/main">
              <a:ext uri="{FF2B5EF4-FFF2-40B4-BE49-F238E27FC236}">
                <a16:creationId xmlns:a16="http://schemas.microsoft.com/office/drawing/2014/main" id="{424F80E0-43AE-408E-A82E-CF72756E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45">
            <a:extLst xmlns:a="http://schemas.openxmlformats.org/drawingml/2006/main">
              <a:ext uri="{FF2B5EF4-FFF2-40B4-BE49-F238E27FC236}">
                <a16:creationId xmlns:a16="http://schemas.microsoft.com/office/drawing/2014/main" id="{B91BA991-3603-469F-A584-69C2EAB9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0EDFA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D0EDFA"/>
                </a:solidFill>
                <a:latin typeface="Consolas"/>
                <a:ea typeface="Consolas"/>
                <a:cs typeface="Consolas"/>
              </a:rPr>
              <a:t>本次 Action / Mission 必须有 run 授权</a:t>
            </a:r>
          </a:p>
        </p:txBody>
      </p:sp>
      <p:sp>
        <p:nvSpPr>
          <p:cNvPr id="11" name="text-0146">
            <a:extLst xmlns:a="http://schemas.openxmlformats.org/drawingml/2006/main">
              <a:ext uri="{FF2B5EF4-FFF2-40B4-BE49-F238E27FC236}">
                <a16:creationId xmlns:a16="http://schemas.microsoft.com/office/drawing/2014/main" id="{2D4949F4-C1E7-4F55-9C50-A9724EA1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开启前五项全绿</a:t>
            </a:r>
          </a:p>
        </p:txBody>
      </p:sp>
      <p:sp>
        <p:nvSpPr>
          <p:cNvPr id="12" name="shape-0147">
            <a:extLst xmlns:a="http://schemas.openxmlformats.org/drawingml/2006/main">
              <a:ext uri="{FF2B5EF4-FFF2-40B4-BE49-F238E27FC236}">
                <a16:creationId xmlns:a16="http://schemas.microsoft.com/office/drawing/2014/main" id="{9238433D-1C1C-496E-BD86-B0293292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148">
            <a:extLst xmlns:a="http://schemas.openxmlformats.org/drawingml/2006/main">
              <a:ext uri="{FF2B5EF4-FFF2-40B4-BE49-F238E27FC236}">
                <a16:creationId xmlns:a16="http://schemas.microsoft.com/office/drawing/2014/main" id="{DA5519F6-1FF5-4FC4-AFE7-AF5DFFD3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仿真场地、速度与高度已确认</a:t>
            </a:r>
          </a:p>
        </p:txBody>
      </p:sp>
      <p:sp>
        <p:nvSpPr>
          <p:cNvPr id="14" name="shape-0149">
            <a:extLst xmlns:a="http://schemas.openxmlformats.org/drawingml/2006/main">
              <a:ext uri="{FF2B5EF4-FFF2-40B4-BE49-F238E27FC236}">
                <a16:creationId xmlns:a16="http://schemas.microsoft.com/office/drawing/2014/main" id="{FA3A1B29-648A-437D-BA07-4ABB0D6B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50">
            <a:extLst xmlns:a="http://schemas.openxmlformats.org/drawingml/2006/main">
              <a:ext uri="{FF2B5EF4-FFF2-40B4-BE49-F238E27FC236}">
                <a16:creationId xmlns:a16="http://schemas.microsoft.com/office/drawing/2014/main" id="{5F4C0277-1A75-4F9C-9825-3644D318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24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遥控接管方式已经验证</a:t>
            </a:r>
          </a:p>
        </p:txBody>
      </p:sp>
      <p:sp>
        <p:nvSpPr>
          <p:cNvPr id="16" name="shape-0151">
            <a:extLst xmlns:a="http://schemas.openxmlformats.org/drawingml/2006/main">
              <a:ext uri="{FF2B5EF4-FFF2-40B4-BE49-F238E27FC236}">
                <a16:creationId xmlns:a16="http://schemas.microsoft.com/office/drawing/2014/main" id="{64608E35-A77C-428C-A745-D18B3DEA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33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152">
            <a:extLst xmlns:a="http://schemas.openxmlformats.org/drawingml/2006/main">
              <a:ext uri="{FF2B5EF4-FFF2-40B4-BE49-F238E27FC236}">
                <a16:creationId xmlns:a16="http://schemas.microsoft.com/office/drawing/2014/main" id="{2F86603F-9555-4106-803C-64F97F39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 SEND 与 Action 发送门可见</a:t>
            </a:r>
          </a:p>
        </p:txBody>
      </p:sp>
      <p:sp>
        <p:nvSpPr>
          <p:cNvPr id="18" name="shape-0153">
            <a:extLst xmlns:a="http://schemas.openxmlformats.org/drawingml/2006/main">
              <a:ext uri="{FF2B5EF4-FFF2-40B4-BE49-F238E27FC236}">
                <a16:creationId xmlns:a16="http://schemas.microsoft.com/office/drawing/2014/main" id="{91231322-96DC-428E-AB83-7AAE45BD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24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54">
            <a:extLst xmlns:a="http://schemas.openxmlformats.org/drawingml/2006/main">
              <a:ext uri="{FF2B5EF4-FFF2-40B4-BE49-F238E27FC236}">
                <a16:creationId xmlns:a16="http://schemas.microsoft.com/office/drawing/2014/main" id="{BECA4868-58D9-4E5B-BAF9-421C9C26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05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一次只改变一个变量</a:t>
            </a:r>
          </a:p>
        </p:txBody>
      </p:sp>
      <p:sp>
        <p:nvSpPr>
          <p:cNvPr id="20" name="shape-0155">
            <a:extLst xmlns:a="http://schemas.openxmlformats.org/drawingml/2006/main">
              <a:ext uri="{FF2B5EF4-FFF2-40B4-BE49-F238E27FC236}">
                <a16:creationId xmlns:a16="http://schemas.microsoft.com/office/drawing/2014/main" id="{4F8FC638-1F27-4DAE-814B-C5076E3F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14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156">
            <a:extLst xmlns:a="http://schemas.openxmlformats.org/drawingml/2006/main">
              <a:ext uri="{FF2B5EF4-FFF2-40B4-BE49-F238E27FC236}">
                <a16:creationId xmlns:a16="http://schemas.microsoft.com/office/drawing/2014/main" id="{09A502CA-07E4-4296-B655-DE719C9F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95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结束后立即恢复 SEND OFF</a:t>
            </a:r>
          </a:p>
        </p:txBody>
      </p:sp>
      <p:sp>
        <p:nvSpPr>
          <p:cNvPr id="22" name="shape-0157">
            <a:extLst xmlns:a="http://schemas.openxmlformats.org/drawingml/2006/main">
              <a:ext uri="{FF2B5EF4-FFF2-40B4-BE49-F238E27FC236}">
                <a16:creationId xmlns:a16="http://schemas.microsoft.com/office/drawing/2014/main" id="{F02B4470-2C16-4A81-B246-8A3BE559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72100"/>
            <a:ext cx="5257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58">
            <a:extLst xmlns:a="http://schemas.openxmlformats.org/drawingml/2006/main">
              <a:ext uri="{FF2B5EF4-FFF2-40B4-BE49-F238E27FC236}">
                <a16:creationId xmlns:a16="http://schemas.microsoft.com/office/drawing/2014/main" id="{2C398185-C437-4A33-8266-1278CDB5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86400"/>
            <a:ext cx="483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SITL 的 SEND 开启不得带回实机 profile。</a:t>
            </a:r>
          </a:p>
        </p:txBody>
      </p:sp>
    </p:spTree>
    <p:extLst>
      <p:ext uri="{BB962C8B-B14F-4D97-AF65-F5344CB8AC3E}">
        <p14:creationId xmlns:p14="http://schemas.microsoft.com/office/powerpoint/2010/main" val="17861297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91">
            <a:extLst xmlns:a="http://schemas.openxmlformats.org/drawingml/2006/main">
              <a:ext uri="{FF2B5EF4-FFF2-40B4-BE49-F238E27FC236}">
                <a16:creationId xmlns:a16="http://schemas.microsoft.com/office/drawing/2014/main" id="{EB94DF28-809D-4E24-9F55-2DDF7AE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失败路径 A</a:t>
            </a:r>
          </a:p>
        </p:txBody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AADB5EAE-7FEC-40D2-8BE7-9F48BC3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先测停止与中断，确认旧命令不会复活</a:t>
            </a:r>
          </a:p>
        </p:txBody>
      </p:sp>
      <p:sp>
        <p:nvSpPr>
          <p:cNvPr id="3" name="shape-0093">
            <a:extLst xmlns:a="http://schemas.openxmlformats.org/drawingml/2006/main">
              <a:ext uri="{FF2B5EF4-FFF2-40B4-BE49-F238E27FC236}">
                <a16:creationId xmlns:a16="http://schemas.microsoft.com/office/drawing/2014/main" id="{3DE1886B-3363-4859-A114-DA5AFF4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51B4B727-234C-484C-954F-5DE721E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725EE32B-12D5-4286-8315-F3F8D99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6F9A4AFE-F410-403C-BEDD-B18C5A2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9457CE11-C79B-4496-BA7A-78059D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Action 运行中 Stop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C899503D-3191-4C50-8CC7-8346FA0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立即输出停止 / 零命令并清除旧目标</a:t>
            </a:r>
          </a:p>
        </p:txBody>
      </p:sp>
      <p:sp>
        <p:nvSpPr>
          <p:cNvPr id="9" name="shape-0099">
            <a:extLst xmlns:a="http://schemas.openxmlformats.org/drawingml/2006/main">
              <a:ext uri="{FF2B5EF4-FFF2-40B4-BE49-F238E27FC236}">
                <a16:creationId xmlns:a16="http://schemas.microsoft.com/office/drawing/2014/main" id="{5B4698AF-762C-462C-83CD-2D31322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00">
            <a:extLst xmlns:a="http://schemas.openxmlformats.org/drawingml/2006/main">
              <a:ext uri="{FF2B5EF4-FFF2-40B4-BE49-F238E27FC236}">
                <a16:creationId xmlns:a16="http://schemas.microsoft.com/office/drawing/2014/main" id="{7090C01C-CC84-460F-9382-A07D537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6D235215-883C-4B36-B7A3-BFC843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BODY_NED 丢视觉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E5508BA9-1FC8-4455-BE45-3D18AF2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连续命令停止，stale command 被清除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53667D71-BB21-4B2C-AF33-1A43DC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04">
            <a:extLst xmlns:a="http://schemas.openxmlformats.org/drawingml/2006/main">
              <a:ext uri="{FF2B5EF4-FFF2-40B4-BE49-F238E27FC236}">
                <a16:creationId xmlns:a16="http://schemas.microsoft.com/office/drawing/2014/main" id="{4BCC39DF-6B9E-45A7-94AA-30C3F8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105">
            <a:extLst xmlns:a="http://schemas.openxmlformats.org/drawingml/2006/main">
              <a:ext uri="{FF2B5EF4-FFF2-40B4-BE49-F238E27FC236}">
                <a16:creationId xmlns:a16="http://schemas.microsoft.com/office/drawing/2014/main" id="{BA86701F-0DA6-40AC-87AE-72F523E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Mission 中断</a:t>
            </a:r>
          </a:p>
        </p:txBody>
      </p:sp>
      <p:sp>
        <p:nvSpPr>
          <p:cNvPr id="16" name="text-0106">
            <a:extLst xmlns:a="http://schemas.openxmlformats.org/drawingml/2006/main">
              <a:ext uri="{FF2B5EF4-FFF2-40B4-BE49-F238E27FC236}">
                <a16:creationId xmlns:a16="http://schemas.microsoft.com/office/drawing/2014/main" id="{1C7EDAE6-8A86-46F3-9FC4-2D38C62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验证 Reset 与 Skip Current</a:t>
            </a:r>
          </a:p>
        </p:txBody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8294E6A7-9636-497A-9C93-ED2B8C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08">
            <a:extLst xmlns:a="http://schemas.openxmlformats.org/drawingml/2006/main">
              <a:ext uri="{FF2B5EF4-FFF2-40B4-BE49-F238E27FC236}">
                <a16:creationId xmlns:a16="http://schemas.microsoft.com/office/drawing/2014/main" id="{EFA849D1-699A-4CF7-8E91-4CB6FFF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0EBFB8D6-0A5E-4941-A2C4-D0A3716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telemetry 断线 / 恢复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4481704E-1174-41CB-9D81-FC64AA3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恢复连接后不重放旧命令</a:t>
            </a:r>
          </a:p>
        </p:txBody>
      </p:sp>
      <p:sp>
        <p:nvSpPr>
          <p:cNvPr id="21" name="shape-0111">
            <a:extLst xmlns:a="http://schemas.openxmlformats.org/drawingml/2006/main">
              <a:ext uri="{FF2B5EF4-FFF2-40B4-BE49-F238E27FC236}">
                <a16:creationId xmlns:a16="http://schemas.microsoft.com/office/drawing/2014/main" id="{56F1DD1F-C0C7-4C51-9321-58F6CC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12">
            <a:extLst xmlns:a="http://schemas.openxmlformats.org/drawingml/2006/main">
              <a:ext uri="{FF2B5EF4-FFF2-40B4-BE49-F238E27FC236}">
                <a16:creationId xmlns:a16="http://schemas.microsoft.com/office/drawing/2014/main" id="{95379939-41AD-4ED4-8F13-D3C995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0113">
            <a:extLst xmlns:a="http://schemas.openxmlformats.org/drawingml/2006/main">
              <a:ext uri="{FF2B5EF4-FFF2-40B4-BE49-F238E27FC236}">
                <a16:creationId xmlns:a16="http://schemas.microsoft.com/office/drawing/2014/main" id="{8E0B9990-773B-46F1-894D-EBA7058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yolo 停止 / 恢复</a:t>
            </a:r>
          </a:p>
        </p:txBody>
      </p:sp>
      <p:sp>
        <p:nvSpPr>
          <p:cNvPr id="24" name="text-0114">
            <a:extLst xmlns:a="http://schemas.openxmlformats.org/drawingml/2006/main">
              <a:ext uri="{FF2B5EF4-FFF2-40B4-BE49-F238E27FC236}">
                <a16:creationId xmlns:a16="http://schemas.microsoft.com/office/drawing/2014/main" id="{ED09F7B0-9020-402E-B2F2-AB6DAB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旧视觉目标不再有效</a:t>
            </a:r>
          </a:p>
        </p:txBody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AE0884C6-8F38-44E4-9F7F-3DA7FA1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16">
            <a:extLst xmlns:a="http://schemas.openxmlformats.org/drawingml/2006/main">
              <a:ext uri="{FF2B5EF4-FFF2-40B4-BE49-F238E27FC236}">
                <a16:creationId xmlns:a16="http://schemas.microsoft.com/office/drawing/2014/main" id="{409F389C-45AA-4EC5-8A08-91DA00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停止或失败后，旧速度、旧位置目标都不能恢复。</a:t>
            </a:r>
          </a:p>
        </p:txBody>
      </p:sp>
    </p:spTree>
    <p:extLst>
      <p:ext uri="{BB962C8B-B14F-4D97-AF65-F5344CB8AC3E}">
        <p14:creationId xmlns:p14="http://schemas.microsoft.com/office/powerpoint/2010/main" val="18227597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91">
            <a:extLst xmlns:a="http://schemas.openxmlformats.org/drawingml/2006/main">
              <a:ext uri="{FF2B5EF4-FFF2-40B4-BE49-F238E27FC236}">
                <a16:creationId xmlns:a16="http://schemas.microsoft.com/office/drawing/2014/main" id="{EB94DF28-809D-4E24-9F55-2DDF7AE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失败路径 B</a:t>
            </a:r>
          </a:p>
        </p:txBody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AADB5EAE-7FEC-40D2-8BE7-9F48BC3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再测场地、投放、限速与降落兜底</a:t>
            </a:r>
          </a:p>
        </p:txBody>
      </p:sp>
      <p:sp>
        <p:nvSpPr>
          <p:cNvPr id="3" name="shape-0093">
            <a:extLst xmlns:a="http://schemas.openxmlformats.org/drawingml/2006/main">
              <a:ext uri="{FF2B5EF4-FFF2-40B4-BE49-F238E27FC236}">
                <a16:creationId xmlns:a16="http://schemas.microsoft.com/office/drawing/2014/main" id="{3DE1886B-3363-4859-A114-DA5AFF4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51B4B727-234C-484C-954F-5DE721E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725EE32B-12D5-4286-8315-F3F8D99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6F9A4AFE-F410-403C-BEDD-B18C5A2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9457CE11-C79B-4496-BA7A-78059D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FIELD 未确认 / 未冻结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C899503D-3191-4C50-8CC7-8346FA0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Mission 必须拒绝启动</a:t>
            </a:r>
          </a:p>
        </p:txBody>
      </p:sp>
      <p:sp>
        <p:nvSpPr>
          <p:cNvPr id="9" name="shape-0099">
            <a:extLst xmlns:a="http://schemas.openxmlformats.org/drawingml/2006/main">
              <a:ext uri="{FF2B5EF4-FFF2-40B4-BE49-F238E27FC236}">
                <a16:creationId xmlns:a16="http://schemas.microsoft.com/office/drawing/2014/main" id="{5B4698AF-762C-462C-83CD-2D31322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00">
            <a:extLst xmlns:a="http://schemas.openxmlformats.org/drawingml/2006/main">
              <a:ext uri="{FF2B5EF4-FFF2-40B4-BE49-F238E27FC236}">
                <a16:creationId xmlns:a16="http://schemas.microsoft.com/office/drawing/2014/main" id="{7090C01C-CC84-460F-9382-A07D537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6D235215-883C-4B36-B7A3-BFC843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投放步骤失败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E5508BA9-1FC8-4455-BE45-3D18AF2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进入明确恢复路径，不重复请求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53667D71-BB21-4B2C-AF33-1A43DC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04">
            <a:extLst xmlns:a="http://schemas.openxmlformats.org/drawingml/2006/main">
              <a:ext uri="{FF2B5EF4-FFF2-40B4-BE49-F238E27FC236}">
                <a16:creationId xmlns:a16="http://schemas.microsoft.com/office/drawing/2014/main" id="{4BCC39DF-6B9E-45A7-94AA-30C3F8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105">
            <a:extLst xmlns:a="http://schemas.openxmlformats.org/drawingml/2006/main">
              <a:ext uri="{FF2B5EF4-FFF2-40B4-BE49-F238E27FC236}">
                <a16:creationId xmlns:a16="http://schemas.microsoft.com/office/drawing/2014/main" id="{BA86701F-0DA6-40AC-87AE-72F523E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限速阶段结束</a:t>
            </a:r>
          </a:p>
        </p:txBody>
      </p:sp>
      <p:sp>
        <p:nvSpPr>
          <p:cNvPr id="16" name="text-0106">
            <a:extLst xmlns:a="http://schemas.openxmlformats.org/drawingml/2006/main">
              <a:ext uri="{FF2B5EF4-FFF2-40B4-BE49-F238E27FC236}">
                <a16:creationId xmlns:a16="http://schemas.microsoft.com/office/drawing/2014/main" id="{1C7EDAE6-8A86-46F3-9FC4-2D38C62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速度恢复到后续阶段设定</a:t>
            </a:r>
          </a:p>
        </p:txBody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8294E6A7-9636-497A-9C93-ED2B8C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08">
            <a:extLst xmlns:a="http://schemas.openxmlformats.org/drawingml/2006/main">
              <a:ext uri="{FF2B5EF4-FFF2-40B4-BE49-F238E27FC236}">
                <a16:creationId xmlns:a16="http://schemas.microsoft.com/office/drawing/2014/main" id="{EFA849D1-699A-4CF7-8E91-4CB6FFF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0EBFB8D6-0A5E-4941-A2C4-D0A3716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视觉降落失败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4481704E-1174-41CB-9D81-FC64AA3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自动切入 LAND 兜底</a:t>
            </a:r>
          </a:p>
        </p:txBody>
      </p:sp>
      <p:sp>
        <p:nvSpPr>
          <p:cNvPr id="21" name="shape-0111">
            <a:extLst xmlns:a="http://schemas.openxmlformats.org/drawingml/2006/main">
              <a:ext uri="{FF2B5EF4-FFF2-40B4-BE49-F238E27FC236}">
                <a16:creationId xmlns:a16="http://schemas.microsoft.com/office/drawing/2014/main" id="{56F1DD1F-C0C7-4C51-9321-58F6CC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12">
            <a:extLst xmlns:a="http://schemas.openxmlformats.org/drawingml/2006/main">
              <a:ext uri="{FF2B5EF4-FFF2-40B4-BE49-F238E27FC236}">
                <a16:creationId xmlns:a16="http://schemas.microsoft.com/office/drawing/2014/main" id="{95379939-41AD-4ED4-8F13-D3C995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0113">
            <a:extLst xmlns:a="http://schemas.openxmlformats.org/drawingml/2006/main">
              <a:ext uri="{FF2B5EF4-FFF2-40B4-BE49-F238E27FC236}">
                <a16:creationId xmlns:a16="http://schemas.microsoft.com/office/drawing/2014/main" id="{8E0B9990-773B-46F1-894D-EBA7058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dispatcher 路径复核</a:t>
            </a:r>
          </a:p>
        </p:txBody>
      </p:sp>
      <p:sp>
        <p:nvSpPr>
          <p:cNvPr id="24" name="text-0114">
            <a:extLst xmlns:a="http://schemas.openxmlformats.org/drawingml/2006/main">
              <a:ext uri="{FF2B5EF4-FFF2-40B4-BE49-F238E27FC236}">
                <a16:creationId xmlns:a16="http://schemas.microsoft.com/office/drawing/2014/main" id="{ED09F7B0-9020-402E-B2F2-AB6DAB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投放不绕过 dispatcher，也不重复</a:t>
            </a:r>
          </a:p>
        </p:txBody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AE0884C6-8F38-44E4-9F7F-3DA7FA1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16">
            <a:extLst xmlns:a="http://schemas.openxmlformats.org/drawingml/2006/main">
              <a:ext uri="{FF2B5EF4-FFF2-40B4-BE49-F238E27FC236}">
                <a16:creationId xmlns:a16="http://schemas.microsoft.com/office/drawing/2014/main" id="{409F389C-45AA-4EC5-8A08-91DA00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每项都记录故障注入、可观察结果和日志路径。</a:t>
            </a:r>
          </a:p>
        </p:txBody>
      </p:sp>
    </p:spTree>
    <p:extLst>
      <p:ext uri="{BB962C8B-B14F-4D97-AF65-F5344CB8AC3E}">
        <p14:creationId xmlns:p14="http://schemas.microsoft.com/office/powerpoint/2010/main" val="18227597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210">
            <a:extLst xmlns:a="http://schemas.openxmlformats.org/drawingml/2006/main">
              <a:ext uri="{FF2B5EF4-FFF2-40B4-BE49-F238E27FC236}">
                <a16:creationId xmlns:a16="http://schemas.microsoft.com/office/drawing/2014/main" id="{FA1AF2B7-FB5C-4567-ACAA-AFA98220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常见问题</a:t>
            </a:r>
          </a:p>
        </p:txBody>
      </p:sp>
      <p:sp>
        <p:nvSpPr>
          <p:cNvPr id="2" name="text-0211">
            <a:extLst xmlns:a="http://schemas.openxmlformats.org/drawingml/2006/main">
              <a:ext uri="{FF2B5EF4-FFF2-40B4-BE49-F238E27FC236}">
                <a16:creationId xmlns:a16="http://schemas.microsoft.com/office/drawing/2014/main" id="{C357CD3D-E60D-46AA-A4E1-FA134A8B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收不到数据时，先查目的地址与端口方向</a:t>
            </a:r>
          </a:p>
        </p:txBody>
      </p:sp>
      <p:sp>
        <p:nvSpPr>
          <p:cNvPr id="3" name="shape-0212">
            <a:extLst xmlns:a="http://schemas.openxmlformats.org/drawingml/2006/main">
              <a:ext uri="{FF2B5EF4-FFF2-40B4-BE49-F238E27FC236}">
                <a16:creationId xmlns:a16="http://schemas.microsoft.com/office/drawing/2014/main" id="{CDE80E7A-A142-443F-A9E6-418F4F47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13">
            <a:extLst xmlns:a="http://schemas.openxmlformats.org/drawingml/2006/main">
              <a:ext uri="{FF2B5EF4-FFF2-40B4-BE49-F238E27FC236}">
                <a16:creationId xmlns:a16="http://schemas.microsoft.com/office/drawing/2014/main" id="{54248FA7-7E43-47C7-A7EB-8744F4D8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214">
            <a:extLst xmlns:a="http://schemas.openxmlformats.org/drawingml/2006/main">
              <a:ext uri="{FF2B5EF4-FFF2-40B4-BE49-F238E27FC236}">
                <a16:creationId xmlns:a16="http://schemas.microsoft.com/office/drawing/2014/main" id="{6688F636-DD47-4D82-887A-AE52A17D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text-0215">
            <a:extLst xmlns:a="http://schemas.openxmlformats.org/drawingml/2006/main">
              <a:ext uri="{FF2B5EF4-FFF2-40B4-BE49-F238E27FC236}">
                <a16:creationId xmlns:a16="http://schemas.microsoft.com/office/drawing/2014/main" id="{7B3F6DF6-2835-4688-8159-A29EEB66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收不到 MAVLink</a:t>
            </a:r>
          </a:p>
        </p:txBody>
      </p:sp>
      <p:sp>
        <p:nvSpPr>
          <p:cNvPr id="7" name="text-0216">
            <a:extLst xmlns:a="http://schemas.openxmlformats.org/drawingml/2006/main">
              <a:ext uri="{FF2B5EF4-FFF2-40B4-BE49-F238E27FC236}">
                <a16:creationId xmlns:a16="http://schemas.microsoft.com/office/drawing/2014/main" id="{4A000326-D3A7-4970-9E9A-A16218B6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762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--out → RK3588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UDP 14550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SITL / UDP-in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ss -lunp</a:t>
            </a:r>
          </a:p>
        </p:txBody>
      </p:sp>
      <p:sp>
        <p:nvSpPr>
          <p:cNvPr id="8" name="shape-0217">
            <a:extLst xmlns:a="http://schemas.openxmlformats.org/drawingml/2006/main">
              <a:ext uri="{FF2B5EF4-FFF2-40B4-BE49-F238E27FC236}">
                <a16:creationId xmlns:a16="http://schemas.microsoft.com/office/drawing/2014/main" id="{7AD5E545-8676-43EB-9EB2-71617584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218">
            <a:extLst xmlns:a="http://schemas.openxmlformats.org/drawingml/2006/main">
              <a:ext uri="{FF2B5EF4-FFF2-40B4-BE49-F238E27FC236}">
                <a16:creationId xmlns:a16="http://schemas.microsoft.com/office/drawing/2014/main" id="{6D6C9B65-12E9-4463-A481-13CB9DC0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检查 heartbeat 不需要打开 SEND</a:t>
            </a:r>
          </a:p>
        </p:txBody>
      </p:sp>
      <p:sp>
        <p:nvSpPr>
          <p:cNvPr id="10" name="shape-0219">
            <a:extLst xmlns:a="http://schemas.openxmlformats.org/drawingml/2006/main">
              <a:ext uri="{FF2B5EF4-FFF2-40B4-BE49-F238E27FC236}">
                <a16:creationId xmlns:a16="http://schemas.microsoft.com/office/drawing/2014/main" id="{AFC999B3-8F79-4277-A502-DD516925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14288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220">
            <a:extLst xmlns:a="http://schemas.openxmlformats.org/drawingml/2006/main">
              <a:ext uri="{FF2B5EF4-FFF2-40B4-BE49-F238E27FC236}">
                <a16:creationId xmlns:a16="http://schemas.microsoft.com/office/drawing/2014/main" id="{BED58D36-55B4-4259-AEA4-B35405CC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没有仿真视频</a:t>
            </a:r>
          </a:p>
        </p:txBody>
      </p:sp>
      <p:sp>
        <p:nvSpPr>
          <p:cNvPr id="12" name="text-0221">
            <a:extLst xmlns:a="http://schemas.openxmlformats.org/drawingml/2006/main">
              <a:ext uri="{FF2B5EF4-FFF2-40B4-BE49-F238E27FC236}">
                <a16:creationId xmlns:a16="http://schemas.microsoft.com/office/drawing/2014/main" id="{F62C8E30-5297-4A1C-8240-9BE78D6D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648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  启用 Gazebo 相机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  确认电脑 UDP 5600 有 RTP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  转发到 RK3588，并查端口 / 日志</a:t>
            </a:r>
          </a:p>
        </p:txBody>
      </p:sp>
      <p:sp>
        <p:nvSpPr>
          <p:cNvPr id="13" name="text-0222">
            <a:extLst xmlns:a="http://schemas.openxmlformats.org/drawingml/2006/main">
              <a:ext uri="{FF2B5EF4-FFF2-40B4-BE49-F238E27FC236}">
                <a16:creationId xmlns:a16="http://schemas.microsoft.com/office/drawing/2014/main" id="{2945357A-A4A1-40A2-A436-725E7129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没有源 RTP 时，板端不会出现视频。</a:t>
            </a:r>
          </a:p>
        </p:txBody>
      </p:sp>
    </p:spTree>
    <p:extLst>
      <p:ext uri="{BB962C8B-B14F-4D97-AF65-F5344CB8AC3E}">
        <p14:creationId xmlns:p14="http://schemas.microsoft.com/office/powerpoint/2010/main" val="5591675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210">
            <a:extLst xmlns:a="http://schemas.openxmlformats.org/drawingml/2006/main">
              <a:ext uri="{FF2B5EF4-FFF2-40B4-BE49-F238E27FC236}">
                <a16:creationId xmlns:a16="http://schemas.microsoft.com/office/drawing/2014/main" id="{FA1AF2B7-FB5C-4567-ACAA-AFA98220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常见问题</a:t>
            </a:r>
          </a:p>
        </p:txBody>
      </p:sp>
      <p:sp>
        <p:nvSpPr>
          <p:cNvPr id="2" name="text-0211">
            <a:extLst xmlns:a="http://schemas.openxmlformats.org/drawingml/2006/main">
              <a:ext uri="{FF2B5EF4-FFF2-40B4-BE49-F238E27FC236}">
                <a16:creationId xmlns:a16="http://schemas.microsoft.com/office/drawing/2014/main" id="{C357CD3D-E60D-46AA-A4E1-FA134A8B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检测或方向异常，不能靠换模型或改符号猜</a:t>
            </a:r>
          </a:p>
        </p:txBody>
      </p:sp>
      <p:sp>
        <p:nvSpPr>
          <p:cNvPr id="3" name="shape-0212">
            <a:extLst xmlns:a="http://schemas.openxmlformats.org/drawingml/2006/main">
              <a:ext uri="{FF2B5EF4-FFF2-40B4-BE49-F238E27FC236}">
                <a16:creationId xmlns:a16="http://schemas.microsoft.com/office/drawing/2014/main" id="{CDE80E7A-A142-443F-A9E6-418F4F47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13">
            <a:extLst xmlns:a="http://schemas.openxmlformats.org/drawingml/2006/main">
              <a:ext uri="{FF2B5EF4-FFF2-40B4-BE49-F238E27FC236}">
                <a16:creationId xmlns:a16="http://schemas.microsoft.com/office/drawing/2014/main" id="{54248FA7-7E43-47C7-A7EB-8744F4D8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214">
            <a:extLst xmlns:a="http://schemas.openxmlformats.org/drawingml/2006/main">
              <a:ext uri="{FF2B5EF4-FFF2-40B4-BE49-F238E27FC236}">
                <a16:creationId xmlns:a16="http://schemas.microsoft.com/office/drawing/2014/main" id="{6688F636-DD47-4D82-887A-AE52A17D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text-0215">
            <a:extLst xmlns:a="http://schemas.openxmlformats.org/drawingml/2006/main">
              <a:ext uri="{FF2B5EF4-FFF2-40B4-BE49-F238E27FC236}">
                <a16:creationId xmlns:a16="http://schemas.microsoft.com/office/drawing/2014/main" id="{7B3F6DF6-2835-4688-8159-A29EEB66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仿真目标无检测</a:t>
            </a:r>
          </a:p>
        </p:txBody>
      </p:sp>
      <p:sp>
        <p:nvSpPr>
          <p:cNvPr id="7" name="text-0216">
            <a:extLst xmlns:a="http://schemas.openxmlformats.org/drawingml/2006/main">
              <a:ext uri="{FF2B5EF4-FFF2-40B4-BE49-F238E27FC236}">
                <a16:creationId xmlns:a16="http://schemas.microsoft.com/office/drawing/2014/main" id="{4A000326-D3A7-4970-9E9A-A16218B6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762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SITL 模型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类别表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光照与素材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相机方向</a:t>
            </a:r>
          </a:p>
        </p:txBody>
      </p:sp>
      <p:sp>
        <p:nvSpPr>
          <p:cNvPr id="8" name="shape-0217">
            <a:extLst xmlns:a="http://schemas.openxmlformats.org/drawingml/2006/main">
              <a:ext uri="{FF2B5EF4-FFF2-40B4-BE49-F238E27FC236}">
                <a16:creationId xmlns:a16="http://schemas.microsoft.com/office/drawing/2014/main" id="{7AD5E545-8676-43EB-9EB2-71617584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218">
            <a:extLst xmlns:a="http://schemas.openxmlformats.org/drawingml/2006/main">
              <a:ext uri="{FF2B5EF4-FFF2-40B4-BE49-F238E27FC236}">
                <a16:creationId xmlns:a16="http://schemas.microsoft.com/office/drawing/2014/main" id="{6D6C9B65-12E9-4463-A481-13CB9DC0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必须使用 gazebo_dataset-fp16.rknn</a:t>
            </a:r>
          </a:p>
        </p:txBody>
      </p:sp>
      <p:sp>
        <p:nvSpPr>
          <p:cNvPr id="10" name="shape-0219">
            <a:extLst xmlns:a="http://schemas.openxmlformats.org/drawingml/2006/main">
              <a:ext uri="{FF2B5EF4-FFF2-40B4-BE49-F238E27FC236}">
                <a16:creationId xmlns:a16="http://schemas.microsoft.com/office/drawing/2014/main" id="{AFC999B3-8F79-4277-A502-DD516925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14288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220">
            <a:extLst xmlns:a="http://schemas.openxmlformats.org/drawingml/2006/main">
              <a:ext uri="{FF2B5EF4-FFF2-40B4-BE49-F238E27FC236}">
                <a16:creationId xmlns:a16="http://schemas.microsoft.com/office/drawing/2014/main" id="{BED58D36-55B4-4259-AEA4-B35405CC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飞行方向与地图相反</a:t>
            </a:r>
          </a:p>
        </p:txBody>
      </p:sp>
      <p:sp>
        <p:nvSpPr>
          <p:cNvPr id="12" name="text-0221">
            <a:extLst xmlns:a="http://schemas.openxmlformats.org/drawingml/2006/main">
              <a:ext uri="{FF2B5EF4-FFF2-40B4-BE49-F238E27FC236}">
                <a16:creationId xmlns:a16="http://schemas.microsoft.com/office/drawing/2014/main" id="{F62C8E30-5297-4A1C-8240-9BE78D6D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648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  立即停止任务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  核对 FIELD +Y / +X 与起始朝向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  修正 profile，不交换 x / y 或符号</a:t>
            </a:r>
          </a:p>
        </p:txBody>
      </p:sp>
      <p:sp>
        <p:nvSpPr>
          <p:cNvPr id="13" name="text-0222">
            <a:extLst xmlns:a="http://schemas.openxmlformats.org/drawingml/2006/main">
              <a:ext uri="{FF2B5EF4-FFF2-40B4-BE49-F238E27FC236}">
                <a16:creationId xmlns:a16="http://schemas.microsoft.com/office/drawing/2014/main" id="{2945357A-A4A1-40A2-A436-725E7129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方向错误必须修参照或配置，不能改比赛坐标代码补偿。</a:t>
            </a:r>
          </a:p>
        </p:txBody>
      </p:sp>
    </p:spTree>
    <p:extLst>
      <p:ext uri="{BB962C8B-B14F-4D97-AF65-F5344CB8AC3E}">
        <p14:creationId xmlns:p14="http://schemas.microsoft.com/office/powerpoint/2010/main" val="5591675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076">
            <a:extLst xmlns:a="http://schemas.openxmlformats.org/drawingml/2006/main">
              <a:ext uri="{FF2B5EF4-FFF2-40B4-BE49-F238E27FC236}">
                <a16:creationId xmlns:a16="http://schemas.microsoft.com/office/drawing/2014/main" id="{EC945920-46DC-4385-8C10-16F90C2B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保存结果</a:t>
            </a:r>
          </a:p>
        </p:txBody>
      </p:sp>
      <p:sp>
        <p:nvSpPr>
          <p:cNvPr id="2" name="text-0077">
            <a:extLst xmlns:a="http://schemas.openxmlformats.org/drawingml/2006/main">
              <a:ext uri="{FF2B5EF4-FFF2-40B4-BE49-F238E27FC236}">
                <a16:creationId xmlns:a16="http://schemas.microsoft.com/office/drawing/2014/main" id="{B3D0F602-3690-4F15-9771-94DDB82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结果写入 runtime，实机配置恢复 SEND OFF</a:t>
            </a:r>
          </a:p>
        </p:txBody>
      </p:sp>
      <p:sp>
        <p:nvSpPr>
          <p:cNvPr id="3" name="shape-0078">
            <a:extLst xmlns:a="http://schemas.openxmlformats.org/drawingml/2006/main">
              <a:ext uri="{FF2B5EF4-FFF2-40B4-BE49-F238E27FC236}">
                <a16:creationId xmlns:a16="http://schemas.microsoft.com/office/drawing/2014/main" id="{B22BB5B1-AB50-4021-AA0F-25AF219B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79">
            <a:extLst xmlns:a="http://schemas.openxmlformats.org/drawingml/2006/main">
              <a:ext uri="{FF2B5EF4-FFF2-40B4-BE49-F238E27FC236}">
                <a16:creationId xmlns:a16="http://schemas.microsoft.com/office/drawing/2014/main" id="{E425D446-7E00-4072-BB44-BD162E9A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080">
            <a:extLst xmlns:a="http://schemas.openxmlformats.org/drawingml/2006/main">
              <a:ext uri="{FF2B5EF4-FFF2-40B4-BE49-F238E27FC236}">
                <a16:creationId xmlns:a16="http://schemas.microsoft.com/office/drawing/2014/main" id="{2C728905-E8CF-4E71-8F35-A8C4F033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shape-0081">
            <a:extLst xmlns:a="http://schemas.openxmlformats.org/drawingml/2006/main">
              <a:ext uri="{FF2B5EF4-FFF2-40B4-BE49-F238E27FC236}">
                <a16:creationId xmlns:a16="http://schemas.microsoft.com/office/drawing/2014/main" id="{D14928D2-FCFB-4718-88CB-094BB09E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715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hape-0082">
            <a:extLst xmlns:a="http://schemas.openxmlformats.org/drawingml/2006/main">
              <a:ext uri="{FF2B5EF4-FFF2-40B4-BE49-F238E27FC236}">
                <a16:creationId xmlns:a16="http://schemas.microsoft.com/office/drawing/2014/main" id="{CE6B6F10-918C-4C6F-9D8F-8E6EB5C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083">
            <a:extLst xmlns:a="http://schemas.openxmlformats.org/drawingml/2006/main">
              <a:ext uri="{FF2B5EF4-FFF2-40B4-BE49-F238E27FC236}">
                <a16:creationId xmlns:a16="http://schemas.microsoft.com/office/drawing/2014/main" id="{969DDC7E-8B48-45EC-9907-3176EAAD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记录本次 SITL 证据</a:t>
            </a:r>
          </a:p>
        </p:txBody>
      </p:sp>
      <p:sp>
        <p:nvSpPr>
          <p:cNvPr id="9" name="text-0084">
            <a:extLst xmlns:a="http://schemas.openxmlformats.org/drawingml/2006/main">
              <a:ext uri="{FF2B5EF4-FFF2-40B4-BE49-F238E27FC236}">
                <a16:creationId xmlns:a16="http://schemas.microsoft.com/office/drawing/2014/main" id="{CE761656-8BB2-489C-8307-4DAC7E8C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2578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commit / profile / Mission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参数 / SITL 起点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每个失败注入结果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日志路径 → runtime/</a:t>
            </a:r>
          </a:p>
        </p:txBody>
      </p:sp>
      <p:sp>
        <p:nvSpPr>
          <p:cNvPr id="10" name="shape-0085">
            <a:extLst xmlns:a="http://schemas.openxmlformats.org/drawingml/2006/main">
              <a:ext uri="{FF2B5EF4-FFF2-40B4-BE49-F238E27FC236}">
                <a16:creationId xmlns:a16="http://schemas.microsoft.com/office/drawing/2014/main" id="{D5D40B83-FB19-45EB-8148-1B54D2FB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4724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hape-0086">
            <a:extLst xmlns:a="http://schemas.openxmlformats.org/drawingml/2006/main">
              <a:ext uri="{FF2B5EF4-FFF2-40B4-BE49-F238E27FC236}">
                <a16:creationId xmlns:a16="http://schemas.microsoft.com/office/drawing/2014/main" id="{D26B1820-6205-44EE-BE2C-29FF74E5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87">
            <a:extLst xmlns:a="http://schemas.openxmlformats.org/drawingml/2006/main">
              <a:ext uri="{FF2B5EF4-FFF2-40B4-BE49-F238E27FC236}">
                <a16:creationId xmlns:a16="http://schemas.microsoft.com/office/drawing/2014/main" id="{8761175E-952C-438C-B8FD-35A4661B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050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返回实机配置</a:t>
            </a:r>
          </a:p>
        </p:txBody>
      </p:sp>
      <p:sp>
        <p:nvSpPr>
          <p:cNvPr id="13" name="text-0088">
            <a:extLst xmlns:a="http://schemas.openxmlformats.org/drawingml/2006/main">
              <a:ext uri="{FF2B5EF4-FFF2-40B4-BE49-F238E27FC236}">
                <a16:creationId xmlns:a16="http://schemas.microsoft.com/office/drawing/2014/main" id="{CAD2CC4D-6165-41A5-98FC-07DE4DAF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86000"/>
            <a:ext cx="4267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bash scripts/config/apply_rk3588_real.sh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# 再次确认 config/app.yaml</a:t>
            </a:r>
          </a:p>
          <a:p xmlns:a="http://schemas.openxmlformats.org/drawingml/2006/main">
            <a:r>
              <a:t>executor.send_commands: false</a:t>
            </a:r>
          </a:p>
        </p:txBody>
      </p:sp>
      <p:sp>
        <p:nvSpPr>
          <p:cNvPr id="14" name="shape-0089">
            <a:extLst xmlns:a="http://schemas.openxmlformats.org/drawingml/2006/main">
              <a:ext uri="{FF2B5EF4-FFF2-40B4-BE49-F238E27FC236}">
                <a16:creationId xmlns:a16="http://schemas.microsoft.com/office/drawing/2014/main" id="{06D5046E-F026-4BD1-84E6-9FE8380D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090">
            <a:extLst xmlns:a="http://schemas.openxmlformats.org/drawingml/2006/main">
              <a:ext uri="{FF2B5EF4-FFF2-40B4-BE49-F238E27FC236}">
                <a16:creationId xmlns:a16="http://schemas.microsoft.com/office/drawing/2014/main" id="{32B826DB-50CB-4D80-8511-056ABEA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24475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临时 SITL 产物只放 runtime/，不要写进配置目录。</a:t>
            </a:r>
          </a:p>
        </p:txBody>
      </p:sp>
    </p:spTree>
    <p:extLst>
      <p:ext uri="{BB962C8B-B14F-4D97-AF65-F5344CB8AC3E}">
        <p14:creationId xmlns:p14="http://schemas.microsoft.com/office/powerpoint/2010/main" val="8793920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0159">
            <a:extLst xmlns:a="http://schemas.openxmlformats.org/drawingml/2006/main">
              <a:ext uri="{FF2B5EF4-FFF2-40B4-BE49-F238E27FC236}">
                <a16:creationId xmlns:a16="http://schemas.microsoft.com/office/drawing/2014/main" id="{DB7A040C-A394-44D5-9CD7-C74A612D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SITL 验收</a:t>
            </a:r>
          </a:p>
        </p:txBody>
      </p:sp>
      <p:sp>
        <p:nvSpPr>
          <p:cNvPr id="2" name="text-0160">
            <a:extLst xmlns:a="http://schemas.openxmlformats.org/drawingml/2006/main">
              <a:ext uri="{FF2B5EF4-FFF2-40B4-BE49-F238E27FC236}">
                <a16:creationId xmlns:a16="http://schemas.microsoft.com/office/drawing/2014/main" id="{5873148F-5978-4F5D-9EFF-6276E8F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六项全部通过，才算完成 SITL 验收</a:t>
            </a:r>
          </a:p>
        </p:txBody>
      </p:sp>
      <p:sp>
        <p:nvSpPr>
          <p:cNvPr id="3" name="shape-0161">
            <a:extLst xmlns:a="http://schemas.openxmlformats.org/drawingml/2006/main">
              <a:ext uri="{FF2B5EF4-FFF2-40B4-BE49-F238E27FC236}">
                <a16:creationId xmlns:a16="http://schemas.microsoft.com/office/drawing/2014/main" id="{4BE770DD-325A-46B6-B917-8026DE3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2">
            <a:extLst xmlns:a="http://schemas.openxmlformats.org/drawingml/2006/main">
              <a:ext uri="{FF2B5EF4-FFF2-40B4-BE49-F238E27FC236}">
                <a16:creationId xmlns:a16="http://schemas.microsoft.com/office/drawing/2014/main" id="{EEA9BE45-53AE-4E7D-BB76-7A29603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 SITL 测试</a:t>
            </a:r>
          </a:p>
        </p:txBody>
      </p:sp>
      <p:sp>
        <p:nvSpPr>
          <p:cNvPr id="5" name="text-0163">
            <a:extLst xmlns:a="http://schemas.openxmlformats.org/drawingml/2006/main">
              <a:ext uri="{FF2B5EF4-FFF2-40B4-BE49-F238E27FC236}">
                <a16:creationId xmlns:a16="http://schemas.microsoft.com/office/drawing/2014/main" id="{5A642EE1-E902-4378-BCBC-3C9AB6E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shape-0164">
            <a:extLst xmlns:a="http://schemas.openxmlformats.org/drawingml/2006/main">
              <a:ext uri="{FF2B5EF4-FFF2-40B4-BE49-F238E27FC236}">
                <a16:creationId xmlns:a16="http://schemas.microsoft.com/office/drawing/2014/main" id="{1B91FBC6-6084-4D53-937A-0B247F8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65">
            <a:extLst xmlns:a="http://schemas.openxmlformats.org/drawingml/2006/main">
              <a:ext uri="{FF2B5EF4-FFF2-40B4-BE49-F238E27FC236}">
                <a16:creationId xmlns:a16="http://schemas.microsoft.com/office/drawing/2014/main" id="{F6247B5D-3D94-4F47-8700-A2CEB81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166">
            <a:extLst xmlns:a="http://schemas.openxmlformats.org/drawingml/2006/main">
              <a:ext uri="{FF2B5EF4-FFF2-40B4-BE49-F238E27FC236}">
                <a16:creationId xmlns:a16="http://schemas.microsoft.com/office/drawing/2014/main" id="{C719AD75-63F4-4105-9818-5A2FD5D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telemetry、视频、YOLO 稳定</a:t>
            </a:r>
          </a:p>
        </p:txBody>
      </p:sp>
      <p:sp>
        <p:nvSpPr>
          <p:cNvPr id="9" name="text-0167">
            <a:extLst xmlns:a="http://schemas.openxmlformats.org/drawingml/2006/main">
              <a:ext uri="{FF2B5EF4-FFF2-40B4-BE49-F238E27FC236}">
                <a16:creationId xmlns:a16="http://schemas.microsoft.com/office/drawing/2014/main" id="{D1DEEC32-AF60-4E00-8C07-F9E5855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621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长时间运行无持续断链或报错</a:t>
            </a:r>
          </a:p>
        </p:txBody>
      </p:sp>
      <p:sp>
        <p:nvSpPr>
          <p:cNvPr id="10" name="shape-0168">
            <a:extLst xmlns:a="http://schemas.openxmlformats.org/drawingml/2006/main">
              <a:ext uri="{FF2B5EF4-FFF2-40B4-BE49-F238E27FC236}">
                <a16:creationId xmlns:a16="http://schemas.microsoft.com/office/drawing/2014/main" id="{A4414E9D-2F5F-426C-945C-E04B1C3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69">
            <a:extLst xmlns:a="http://schemas.openxmlformats.org/drawingml/2006/main">
              <a:ext uri="{FF2B5EF4-FFF2-40B4-BE49-F238E27FC236}">
                <a16:creationId xmlns:a16="http://schemas.microsoft.com/office/drawing/2014/main" id="{A9F7A957-4E08-48D4-B3FE-0B345C8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-0170">
            <a:extLst xmlns:a="http://schemas.openxmlformats.org/drawingml/2006/main">
              <a:ext uri="{FF2B5EF4-FFF2-40B4-BE49-F238E27FC236}">
                <a16:creationId xmlns:a16="http://schemas.microsoft.com/office/drawing/2014/main" id="{825EACF4-8561-486B-91D6-1C6C12B6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FIELD 与航点方向正确</a:t>
            </a:r>
          </a:p>
        </p:txBody>
      </p:sp>
      <p:sp>
        <p:nvSpPr>
          <p:cNvPr id="13" name="text-0171">
            <a:extLst xmlns:a="http://schemas.openxmlformats.org/drawingml/2006/main">
              <a:ext uri="{FF2B5EF4-FFF2-40B4-BE49-F238E27FC236}">
                <a16:creationId xmlns:a16="http://schemas.microsoft.com/office/drawing/2014/main" id="{F416C5EA-F204-47DF-AABD-70DA379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已经通过实际仿真运动验证</a:t>
            </a:r>
          </a:p>
        </p:txBody>
      </p:sp>
      <p:sp>
        <p:nvSpPr>
          <p:cNvPr id="14" name="shape-0172">
            <a:extLst xmlns:a="http://schemas.openxmlformats.org/drawingml/2006/main">
              <a:ext uri="{FF2B5EF4-FFF2-40B4-BE49-F238E27FC236}">
                <a16:creationId xmlns:a16="http://schemas.microsoft.com/office/drawing/2014/main" id="{2BEB8AE9-C043-4A7E-BD00-017ECAC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73">
            <a:extLst xmlns:a="http://schemas.openxmlformats.org/drawingml/2006/main">
              <a:ext uri="{FF2B5EF4-FFF2-40B4-BE49-F238E27FC236}">
                <a16:creationId xmlns:a16="http://schemas.microsoft.com/office/drawing/2014/main" id="{991796E6-C0C6-4FA9-B69F-64D66A9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text-0174">
            <a:extLst xmlns:a="http://schemas.openxmlformats.org/drawingml/2006/main">
              <a:ext uri="{FF2B5EF4-FFF2-40B4-BE49-F238E27FC236}">
                <a16:creationId xmlns:a16="http://schemas.microsoft.com/office/drawing/2014/main" id="{614DE922-91DA-47C9-A85B-3AF4869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停止路径清除旧命令</a:t>
            </a:r>
          </a:p>
        </p:txBody>
      </p:sp>
      <p:sp>
        <p:nvSpPr>
          <p:cNvPr id="17" name="text-0175">
            <a:extLst xmlns:a="http://schemas.openxmlformats.org/drawingml/2006/main">
              <a:ext uri="{FF2B5EF4-FFF2-40B4-BE49-F238E27FC236}">
                <a16:creationId xmlns:a16="http://schemas.microsoft.com/office/drawing/2014/main" id="{679AC5CE-0443-4370-B6A8-594C0E3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Stop、Reset、Skip 与丢目标均通过</a:t>
            </a:r>
          </a:p>
        </p:txBody>
      </p:sp>
      <p:sp>
        <p:nvSpPr>
          <p:cNvPr id="18" name="shape-0176">
            <a:extLst xmlns:a="http://schemas.openxmlformats.org/drawingml/2006/main">
              <a:ext uri="{FF2B5EF4-FFF2-40B4-BE49-F238E27FC236}">
                <a16:creationId xmlns:a16="http://schemas.microsoft.com/office/drawing/2014/main" id="{D9C5480A-0E53-4BE1-8031-CE92CD0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77">
            <a:extLst xmlns:a="http://schemas.openxmlformats.org/drawingml/2006/main">
              <a:ext uri="{FF2B5EF4-FFF2-40B4-BE49-F238E27FC236}">
                <a16:creationId xmlns:a16="http://schemas.microsoft.com/office/drawing/2014/main" id="{7C692C86-866D-40F9-BF3F-301C385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178">
            <a:extLst xmlns:a="http://schemas.openxmlformats.org/drawingml/2006/main">
              <a:ext uri="{FF2B5EF4-FFF2-40B4-BE49-F238E27FC236}">
                <a16:creationId xmlns:a16="http://schemas.microsoft.com/office/drawing/2014/main" id="{60357795-2E25-4B89-98C6-70D8168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投放路径不重复</a:t>
            </a:r>
          </a:p>
        </p:txBody>
      </p:sp>
      <p:sp>
        <p:nvSpPr>
          <p:cNvPr id="21" name="text-0179">
            <a:extLst xmlns:a="http://schemas.openxmlformats.org/drawingml/2006/main">
              <a:ext uri="{FF2B5EF4-FFF2-40B4-BE49-F238E27FC236}">
                <a16:creationId xmlns:a16="http://schemas.microsoft.com/office/drawing/2014/main" id="{EE30CBED-12D7-4B17-94FF-21CCF23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请求不绕过 dispatcher</a:t>
            </a:r>
          </a:p>
        </p:txBody>
      </p:sp>
      <p:sp>
        <p:nvSpPr>
          <p:cNvPr id="22" name="shape-0180">
            <a:extLst xmlns:a="http://schemas.openxmlformats.org/drawingml/2006/main">
              <a:ext uri="{FF2B5EF4-FFF2-40B4-BE49-F238E27FC236}">
                <a16:creationId xmlns:a16="http://schemas.microsoft.com/office/drawing/2014/main" id="{FBA1B0E9-6359-48F0-8E39-88804EE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81">
            <a:extLst xmlns:a="http://schemas.openxmlformats.org/drawingml/2006/main">
              <a:ext uri="{FF2B5EF4-FFF2-40B4-BE49-F238E27FC236}">
                <a16:creationId xmlns:a16="http://schemas.microsoft.com/office/drawing/2014/main" id="{7A0128B7-BD6C-44CB-923F-B715B5A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-0182">
            <a:extLst xmlns:a="http://schemas.openxmlformats.org/drawingml/2006/main">
              <a:ext uri="{FF2B5EF4-FFF2-40B4-BE49-F238E27FC236}">
                <a16:creationId xmlns:a16="http://schemas.microsoft.com/office/drawing/2014/main" id="{81796FD5-424E-4057-A6CE-2CD90D5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 v2 模板完成一次</a:t>
            </a:r>
          </a:p>
        </p:txBody>
      </p:sp>
      <p:sp>
        <p:nvSpPr>
          <p:cNvPr id="25" name="text-0183">
            <a:extLst xmlns:a="http://schemas.openxmlformats.org/drawingml/2006/main">
              <a:ext uri="{FF2B5EF4-FFF2-40B4-BE49-F238E27FC236}">
                <a16:creationId xmlns:a16="http://schemas.microsoft.com/office/drawing/2014/main" id="{81F8E63A-2CC1-428A-B487-EBAEDB5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使用保守速度、高度与参数</a:t>
            </a:r>
          </a:p>
        </p:txBody>
      </p:sp>
      <p:sp>
        <p:nvSpPr>
          <p:cNvPr id="26" name="shape-0184">
            <a:extLst xmlns:a="http://schemas.openxmlformats.org/drawingml/2006/main">
              <a:ext uri="{FF2B5EF4-FFF2-40B4-BE49-F238E27FC236}">
                <a16:creationId xmlns:a16="http://schemas.microsoft.com/office/drawing/2014/main" id="{B6A68847-9163-45EE-8539-FB056C9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185">
            <a:extLst xmlns:a="http://schemas.openxmlformats.org/drawingml/2006/main">
              <a:ext uri="{FF2B5EF4-FFF2-40B4-BE49-F238E27FC236}">
                <a16:creationId xmlns:a16="http://schemas.microsoft.com/office/drawing/2014/main" id="{BC35FC43-85E4-4B17-8059-888741E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-0186">
            <a:extLst xmlns:a="http://schemas.openxmlformats.org/drawingml/2006/main">
              <a:ext uri="{FF2B5EF4-FFF2-40B4-BE49-F238E27FC236}">
                <a16:creationId xmlns:a16="http://schemas.microsoft.com/office/drawing/2014/main" id="{F8981C19-3713-48F0-B0A1-74AE689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实机配置仍是 SEND OFF</a:t>
            </a:r>
          </a:p>
        </p:txBody>
      </p:sp>
      <p:sp>
        <p:nvSpPr>
          <p:cNvPr id="29" name="text-0187">
            <a:extLst xmlns:a="http://schemas.openxmlformats.org/drawingml/2006/main">
              <a:ext uri="{FF2B5EF4-FFF2-40B4-BE49-F238E27FC236}">
                <a16:creationId xmlns:a16="http://schemas.microsoft.com/office/drawing/2014/main" id="{45D16BFD-0ABF-4106-8A4B-793E7C9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SITL 开启状态没有被带回</a:t>
            </a:r>
          </a:p>
        </p:txBody>
      </p:sp>
      <p:sp>
        <p:nvSpPr>
          <p:cNvPr id="30" name="shape-0188">
            <a:extLst xmlns:a="http://schemas.openxmlformats.org/drawingml/2006/main">
              <a:ext uri="{FF2B5EF4-FFF2-40B4-BE49-F238E27FC236}">
                <a16:creationId xmlns:a16="http://schemas.microsoft.com/office/drawing/2014/main" id="{DF24A277-C91C-458D-BAD1-EBEFE52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89">
            <a:extLst xmlns:a="http://schemas.openxmlformats.org/drawingml/2006/main">
              <a:ext uri="{FF2B5EF4-FFF2-40B4-BE49-F238E27FC236}">
                <a16:creationId xmlns:a16="http://schemas.microsoft.com/office/drawing/2014/main" id="{771DDF1E-C606-4A5E-975A-04D1564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通过 SITL 仍不能跳过无载荷实飞。</a:t>
            </a:r>
          </a:p>
        </p:txBody>
      </p:sp>
    </p:spTree>
    <p:extLst>
      <p:ext uri="{BB962C8B-B14F-4D97-AF65-F5344CB8AC3E}">
        <p14:creationId xmlns:p14="http://schemas.microsoft.com/office/powerpoint/2010/main" val="14200099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0223">
            <a:extLst xmlns:a="http://schemas.openxmlformats.org/drawingml/2006/main">
              <a:ext uri="{FF2B5EF4-FFF2-40B4-BE49-F238E27FC236}">
                <a16:creationId xmlns:a16="http://schemas.microsoft.com/office/drawing/2014/main" id="{979A7CCA-0E0F-4BA2-89BA-D97034B9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完成门禁</a:t>
            </a:r>
          </a:p>
        </p:txBody>
      </p:sp>
      <p:sp>
        <p:nvSpPr>
          <p:cNvPr id="2" name="text-0224">
            <a:extLst xmlns:a="http://schemas.openxmlformats.org/drawingml/2006/main">
              <a:ext uri="{FF2B5EF4-FFF2-40B4-BE49-F238E27FC236}">
                <a16:creationId xmlns:a16="http://schemas.microsoft.com/office/drawing/2014/main" id="{6D1CE7D9-AC4B-4C3F-9C28-03235D74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SITL 验收通过，再进入无载荷实飞</a:t>
            </a:r>
          </a:p>
        </p:txBody>
      </p:sp>
      <p:sp>
        <p:nvSpPr>
          <p:cNvPr id="3" name="text-0225">
            <a:extLst xmlns:a="http://schemas.openxmlformats.org/drawingml/2006/main">
              <a:ext uri="{FF2B5EF4-FFF2-40B4-BE49-F238E27FC236}">
                <a16:creationId xmlns:a16="http://schemas.microsoft.com/office/drawing/2014/main" id="{DEFC3D67-7F3C-4932-891C-7C62FE4F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链路</a:t>
            </a:r>
          </a:p>
        </p:txBody>
      </p:sp>
      <p:sp>
        <p:nvSpPr>
          <p:cNvPr id="4" name="shape-0226">
            <a:extLst xmlns:a="http://schemas.openxmlformats.org/drawingml/2006/main">
              <a:ext uri="{FF2B5EF4-FFF2-40B4-BE49-F238E27FC236}">
                <a16:creationId xmlns:a16="http://schemas.microsoft.com/office/drawing/2014/main" id="{C7B94239-57D3-4D04-A2A7-1AB3C8C3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227">
            <a:extLst xmlns:a="http://schemas.openxmlformats.org/drawingml/2006/main">
              <a:ext uri="{FF2B5EF4-FFF2-40B4-BE49-F238E27FC236}">
                <a16:creationId xmlns:a16="http://schemas.microsoft.com/office/drawing/2014/main" id="{FE5B2726-238D-48B8-8074-49241BE0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telemetry / 视频 / YOLO 稳定</a:t>
            </a:r>
          </a:p>
        </p:txBody>
      </p:sp>
      <p:sp>
        <p:nvSpPr>
          <p:cNvPr id="6" name="shape-0228">
            <a:extLst xmlns:a="http://schemas.openxmlformats.org/drawingml/2006/main">
              <a:ext uri="{FF2B5EF4-FFF2-40B4-BE49-F238E27FC236}">
                <a16:creationId xmlns:a16="http://schemas.microsoft.com/office/drawing/2014/main" id="{3080E355-BACC-41A3-BFBB-2DAA19A8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229">
            <a:extLst xmlns:a="http://schemas.openxmlformats.org/drawingml/2006/main">
              <a:ext uri="{FF2B5EF4-FFF2-40B4-BE49-F238E27FC236}">
                <a16:creationId xmlns:a16="http://schemas.microsoft.com/office/drawing/2014/main" id="{658C7908-6CA4-4784-9D53-90A5C43F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FIELD 方向已经运动复核</a:t>
            </a:r>
          </a:p>
        </p:txBody>
      </p:sp>
      <p:sp>
        <p:nvSpPr>
          <p:cNvPr id="8" name="shape-0230">
            <a:extLst xmlns:a="http://schemas.openxmlformats.org/drawingml/2006/main">
              <a:ext uri="{FF2B5EF4-FFF2-40B4-BE49-F238E27FC236}">
                <a16:creationId xmlns:a16="http://schemas.microsoft.com/office/drawing/2014/main" id="{C838D9CB-532C-4871-B73F-9C351F58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231">
            <a:extLst xmlns:a="http://schemas.openxmlformats.org/drawingml/2006/main">
              <a:ext uri="{FF2B5EF4-FFF2-40B4-BE49-F238E27FC236}">
                <a16:creationId xmlns:a16="http://schemas.microsoft.com/office/drawing/2014/main" id="{34FE08BF-73D6-445B-8945-49C3278A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Web UI 与日志均可追溯</a:t>
            </a:r>
          </a:p>
        </p:txBody>
      </p:sp>
      <p:sp>
        <p:nvSpPr>
          <p:cNvPr id="10" name="shape-0232">
            <a:extLst xmlns:a="http://schemas.openxmlformats.org/drawingml/2006/main">
              <a:ext uri="{FF2B5EF4-FFF2-40B4-BE49-F238E27FC236}">
                <a16:creationId xmlns:a16="http://schemas.microsoft.com/office/drawing/2014/main" id="{5434B201-ECC0-4F29-BE46-A58D65EF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233">
            <a:extLst xmlns:a="http://schemas.openxmlformats.org/drawingml/2006/main">
              <a:ext uri="{FF2B5EF4-FFF2-40B4-BE49-F238E27FC236}">
                <a16:creationId xmlns:a16="http://schemas.microsoft.com/office/drawing/2014/main" id="{83F0591D-25A6-4D45-9015-EBDDE01F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47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2" name="shape-0234">
            <a:extLst xmlns:a="http://schemas.openxmlformats.org/drawingml/2006/main">
              <a:ext uri="{FF2B5EF4-FFF2-40B4-BE49-F238E27FC236}">
                <a16:creationId xmlns:a16="http://schemas.microsoft.com/office/drawing/2014/main" id="{15AAE908-9A3F-4605-AD44-0348ABBB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35">
            <a:extLst xmlns:a="http://schemas.openxmlformats.org/drawingml/2006/main">
              <a:ext uri="{FF2B5EF4-FFF2-40B4-BE49-F238E27FC236}">
                <a16:creationId xmlns:a16="http://schemas.microsoft.com/office/drawing/2014/main" id="{5F12F4B6-6AEA-40A6-B597-A0B964C9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Action 风险阶梯已完成</a:t>
            </a:r>
          </a:p>
        </p:txBody>
      </p:sp>
      <p:sp>
        <p:nvSpPr>
          <p:cNvPr id="14" name="shape-0236">
            <a:extLst xmlns:a="http://schemas.openxmlformats.org/drawingml/2006/main">
              <a:ext uri="{FF2B5EF4-FFF2-40B4-BE49-F238E27FC236}">
                <a16:creationId xmlns:a16="http://schemas.microsoft.com/office/drawing/2014/main" id="{34ADCB67-BE77-441B-9A74-E52DD9E9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95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237">
            <a:extLst xmlns:a="http://schemas.openxmlformats.org/drawingml/2006/main">
              <a:ext uri="{FF2B5EF4-FFF2-40B4-BE49-F238E27FC236}">
                <a16:creationId xmlns:a16="http://schemas.microsoft.com/office/drawing/2014/main" id="{8DCE8FEC-3FE2-49F3-A0D3-75773A2A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576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失败路径不会复活旧命令</a:t>
            </a:r>
          </a:p>
        </p:txBody>
      </p:sp>
      <p:sp>
        <p:nvSpPr>
          <p:cNvPr id="16" name="shape-0238">
            <a:extLst xmlns:a="http://schemas.openxmlformats.org/drawingml/2006/main">
              <a:ext uri="{FF2B5EF4-FFF2-40B4-BE49-F238E27FC236}">
                <a16:creationId xmlns:a16="http://schemas.microsoft.com/office/drawing/2014/main" id="{386214E2-6C14-4659-931C-9BC15091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43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239">
            <a:extLst xmlns:a="http://schemas.openxmlformats.org/drawingml/2006/main">
              <a:ext uri="{FF2B5EF4-FFF2-40B4-BE49-F238E27FC236}">
                <a16:creationId xmlns:a16="http://schemas.microsoft.com/office/drawing/2014/main" id="{EF646540-1DF2-4CF6-B5A7-257CDF04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053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 v2 模板完成一次</a:t>
            </a:r>
          </a:p>
        </p:txBody>
      </p:sp>
      <p:sp>
        <p:nvSpPr>
          <p:cNvPr id="18" name="shape-0240">
            <a:extLst xmlns:a="http://schemas.openxmlformats.org/drawingml/2006/main">
              <a:ext uri="{FF2B5EF4-FFF2-40B4-BE49-F238E27FC236}">
                <a16:creationId xmlns:a16="http://schemas.microsoft.com/office/drawing/2014/main" id="{1CC1802C-A583-45E7-A656-F9577749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241">
            <a:extLst xmlns:a="http://schemas.openxmlformats.org/drawingml/2006/main">
              <a:ext uri="{FF2B5EF4-FFF2-40B4-BE49-F238E27FC236}">
                <a16:creationId xmlns:a16="http://schemas.microsoft.com/office/drawing/2014/main" id="{3349CF49-EC77-41B3-BF84-040A6AB3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47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20" name="shape-0242">
            <a:extLst xmlns:a="http://schemas.openxmlformats.org/drawingml/2006/main">
              <a:ext uri="{FF2B5EF4-FFF2-40B4-BE49-F238E27FC236}">
                <a16:creationId xmlns:a16="http://schemas.microsoft.com/office/drawing/2014/main" id="{F76DD259-FAC1-43E2-B11F-5D5FE69B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243">
            <a:extLst xmlns:a="http://schemas.openxmlformats.org/drawingml/2006/main">
              <a:ext uri="{FF2B5EF4-FFF2-40B4-BE49-F238E27FC236}">
                <a16:creationId xmlns:a16="http://schemas.microsoft.com/office/drawing/2014/main" id="{D3BAA63C-3666-48A2-B589-8118EE4C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投放请求不会重复或绕路</a:t>
            </a:r>
          </a:p>
        </p:txBody>
      </p:sp>
      <p:sp>
        <p:nvSpPr>
          <p:cNvPr id="22" name="shape-0244">
            <a:extLst xmlns:a="http://schemas.openxmlformats.org/drawingml/2006/main">
              <a:ext uri="{FF2B5EF4-FFF2-40B4-BE49-F238E27FC236}">
                <a16:creationId xmlns:a16="http://schemas.microsoft.com/office/drawing/2014/main" id="{5C6BFC65-4B76-42FF-A7CD-1D29F9D3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95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245">
            <a:extLst xmlns:a="http://schemas.openxmlformats.org/drawingml/2006/main">
              <a:ext uri="{FF2B5EF4-FFF2-40B4-BE49-F238E27FC236}">
                <a16:creationId xmlns:a16="http://schemas.microsoft.com/office/drawing/2014/main" id="{5039A5A8-D0A8-4EC7-B05E-36735F5B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576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SITL SEND 已关闭</a:t>
            </a:r>
          </a:p>
        </p:txBody>
      </p:sp>
      <p:sp>
        <p:nvSpPr>
          <p:cNvPr id="24" name="shape-0246">
            <a:extLst xmlns:a="http://schemas.openxmlformats.org/drawingml/2006/main">
              <a:ext uri="{FF2B5EF4-FFF2-40B4-BE49-F238E27FC236}">
                <a16:creationId xmlns:a16="http://schemas.microsoft.com/office/drawing/2014/main" id="{DEDADAAF-A0CF-4A44-B64A-4D30C2B1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43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0247">
            <a:extLst xmlns:a="http://schemas.openxmlformats.org/drawingml/2006/main">
              <a:ext uri="{FF2B5EF4-FFF2-40B4-BE49-F238E27FC236}">
                <a16:creationId xmlns:a16="http://schemas.microsoft.com/office/drawing/2014/main" id="{62FF969E-56C4-47D4-9249-C476B97E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executor.send_commands = false</a:t>
            </a:r>
          </a:p>
        </p:txBody>
      </p:sp>
      <p:sp>
        <p:nvSpPr>
          <p:cNvPr id="26" name="shape-0248">
            <a:extLst xmlns:a="http://schemas.openxmlformats.org/drawingml/2006/main">
              <a:ext uri="{FF2B5EF4-FFF2-40B4-BE49-F238E27FC236}">
                <a16:creationId xmlns:a16="http://schemas.microsoft.com/office/drawing/2014/main" id="{5DC0EF38-37EA-46DF-88BC-8FE73037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249">
            <a:extLst xmlns:a="http://schemas.openxmlformats.org/drawingml/2006/main">
              <a:ext uri="{FF2B5EF4-FFF2-40B4-BE49-F238E27FC236}">
                <a16:creationId xmlns:a16="http://schemas.microsoft.com/office/drawing/2014/main" id="{D19593F9-3764-4DC8-9C3D-83C41AD1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下一章：06 实飞测试</a:t>
            </a:r>
          </a:p>
        </p:txBody>
      </p:sp>
    </p:spTree>
    <p:extLst>
      <p:ext uri="{BB962C8B-B14F-4D97-AF65-F5344CB8AC3E}">
        <p14:creationId xmlns:p14="http://schemas.microsoft.com/office/powerpoint/2010/main" val="1557744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2026-08-15T16:45:27.8560000Z</dcterms:created>
  <dcterms:modified xsi:type="dcterms:W3CDTF">2026-08-15T16:45:27.8560000Z</dcterms:modified>
</coreProperties>
</file>
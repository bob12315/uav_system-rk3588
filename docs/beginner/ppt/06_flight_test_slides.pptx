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b95e4fa0f140a8" /><Relationship Type="http://schemas.openxmlformats.org/officeDocument/2006/relationships/extended-properties" Target="/docProps/app.xml" Id="Raa2eb0d9734d439a" /><Relationship Type="http://schemas.openxmlformats.org/officeDocument/2006/relationships/officeDocument" Target="/ppt/presentation.xml" Id="R3a0cfcebcf864d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7794bfe6694011"/>
  </p:sldMasterIdLst>
  <p:notesMasterIdLst>
    <p:notesMasterId xmlns:r="http://schemas.openxmlformats.org/officeDocument/2006/relationships" r:id="R7e70717c2e654157"/>
  </p:notesMasterIdLst>
  <p:sldIdLst>
    <p:sldId xmlns:r="http://schemas.openxmlformats.org/officeDocument/2006/relationships" id="256" r:id="Re4ddecdfdcb34798"/>
    <p:sldId xmlns:r="http://schemas.openxmlformats.org/officeDocument/2006/relationships" id="257" r:id="R16b88a7dda3f4793"/>
    <p:sldId xmlns:r="http://schemas.openxmlformats.org/officeDocument/2006/relationships" id="258" r:id="R717b6a82fa14491e"/>
    <p:sldId xmlns:r="http://schemas.openxmlformats.org/officeDocument/2006/relationships" id="259" r:id="R506b9e11d4544a8c"/>
    <p:sldId xmlns:r="http://schemas.openxmlformats.org/officeDocument/2006/relationships" id="260" r:id="Rd0cbdb30386242fb"/>
    <p:sldId xmlns:r="http://schemas.openxmlformats.org/officeDocument/2006/relationships" id="261" r:id="R3d7efdf4fe204f25"/>
    <p:sldId xmlns:r="http://schemas.openxmlformats.org/officeDocument/2006/relationships" id="262" r:id="Rd68b5d0fd09241fc"/>
    <p:sldId xmlns:r="http://schemas.openxmlformats.org/officeDocument/2006/relationships" id="263" r:id="Rc8802bfc604e4339"/>
    <p:sldId xmlns:r="http://schemas.openxmlformats.org/officeDocument/2006/relationships" id="264" r:id="Rfa4073da1dce4611"/>
    <p:sldId xmlns:r="http://schemas.openxmlformats.org/officeDocument/2006/relationships" id="265" r:id="Rbd6a141ba4234585"/>
    <p:sldId xmlns:r="http://schemas.openxmlformats.org/officeDocument/2006/relationships" id="266" r:id="R733face627e74bc7"/>
    <p:sldId xmlns:r="http://schemas.openxmlformats.org/officeDocument/2006/relationships" id="267" r:id="Rda65d22d4f0147f0"/>
    <p:sldId xmlns:r="http://schemas.openxmlformats.org/officeDocument/2006/relationships" id="268" r:id="R8cd1da590a424ac5"/>
    <p:sldId xmlns:r="http://schemas.openxmlformats.org/officeDocument/2006/relationships" id="269" r:id="Rae3cb88c2a0a4b55"/>
    <p:sldId xmlns:r="http://schemas.openxmlformats.org/officeDocument/2006/relationships" id="270" r:id="Rba6849e26aea47f6"/>
    <p:sldId xmlns:r="http://schemas.openxmlformats.org/officeDocument/2006/relationships" id="271" r:id="Rf61a83de573c408b"/>
    <p:sldId xmlns:r="http://schemas.openxmlformats.org/officeDocument/2006/relationships" id="272" r:id="Rb8b6bb8c57624100"/>
    <p:sldId xmlns:r="http://schemas.openxmlformats.org/officeDocument/2006/relationships" id="273" r:id="R6360a3bc618c433a"/>
    <p:sldId xmlns:r="http://schemas.openxmlformats.org/officeDocument/2006/relationships" id="274" r:id="R7ea9cae4c3c147bd"/>
    <p:sldId xmlns:r="http://schemas.openxmlformats.org/officeDocument/2006/relationships" id="275" r:id="Rf9798ab1fb204c21"/>
    <p:sldId xmlns:r="http://schemas.openxmlformats.org/officeDocument/2006/relationships" id="276" r:id="Rde89bb2e5d9d49a2"/>
    <p:sldId xmlns:r="http://schemas.openxmlformats.org/officeDocument/2006/relationships" id="277" r:id="R64668b125a5e4fc3"/>
    <p:sldId xmlns:r="http://schemas.openxmlformats.org/officeDocument/2006/relationships" id="278" r:id="R7568354e2d6a43e1"/>
    <p:sldId xmlns:r="http://schemas.openxmlformats.org/officeDocument/2006/relationships" id="279" r:id="Rac9e914c60714929"/>
    <p:sldId xmlns:r="http://schemas.openxmlformats.org/officeDocument/2006/relationships" id="280" r:id="R33b2dbe53bac405b"/>
    <p:sldId xmlns:r="http://schemas.openxmlformats.org/officeDocument/2006/relationships" id="281" r:id="R3877ade6474048db"/>
    <p:sldId xmlns:r="http://schemas.openxmlformats.org/officeDocument/2006/relationships" id="282" r:id="Rbcf4c0bcdcfd4b09"/>
    <p:sldId xmlns:r="http://schemas.openxmlformats.org/officeDocument/2006/relationships" id="283" r:id="R196cc43835924a57"/>
    <p:sldId xmlns:r="http://schemas.openxmlformats.org/officeDocument/2006/relationships" id="284" r:id="R7341b05fc3874426"/>
    <p:sldId xmlns:r="http://schemas.openxmlformats.org/officeDocument/2006/relationships" id="285" r:id="R105160234e7944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955f6080c64f1e" /><Relationship Type="http://schemas.openxmlformats.org/officeDocument/2006/relationships/slideMaster" Target="/ppt/slideMasters/slideMaster1.xml" Id="R187794bfe6694011" /><Relationship Type="http://schemas.openxmlformats.org/officeDocument/2006/relationships/notesMaster" Target="/ppt/notesMasters/notesMaster1.xml" Id="R7e70717c2e654157" /><Relationship Type="http://schemas.openxmlformats.org/officeDocument/2006/relationships/presProps" Target="/ppt/presProps.xml" Id="Rddd143188e744a33" /><Relationship Type="http://schemas.openxmlformats.org/officeDocument/2006/relationships/tableStyles" Target="/ppt/tableStyles.xml" Id="R4af3159b44474c5c" /><Relationship Type="http://schemas.openxmlformats.org/officeDocument/2006/relationships/slide" Target="/ppt/slides/slide1.xml" Id="Re4ddecdfdcb34798" /><Relationship Type="http://schemas.openxmlformats.org/officeDocument/2006/relationships/slide" Target="/ppt/slides/slide2.xml" Id="R16b88a7dda3f4793" /><Relationship Type="http://schemas.openxmlformats.org/officeDocument/2006/relationships/slide" Target="/ppt/slides/slide3.xml" Id="R717b6a82fa14491e" /><Relationship Type="http://schemas.openxmlformats.org/officeDocument/2006/relationships/slide" Target="/ppt/slides/slide4.xml" Id="R506b9e11d4544a8c" /><Relationship Type="http://schemas.openxmlformats.org/officeDocument/2006/relationships/slide" Target="/ppt/slides/slide5.xml" Id="Rd0cbdb30386242fb" /><Relationship Type="http://schemas.openxmlformats.org/officeDocument/2006/relationships/slide" Target="/ppt/slides/slide6.xml" Id="R3d7efdf4fe204f25" /><Relationship Type="http://schemas.openxmlformats.org/officeDocument/2006/relationships/slide" Target="/ppt/slides/slide7.xml" Id="Rd68b5d0fd09241fc" /><Relationship Type="http://schemas.openxmlformats.org/officeDocument/2006/relationships/slide" Target="/ppt/slides/slide8.xml" Id="Rc8802bfc604e4339" /><Relationship Type="http://schemas.openxmlformats.org/officeDocument/2006/relationships/slide" Target="/ppt/slides/slide9.xml" Id="Rfa4073da1dce4611" /><Relationship Type="http://schemas.openxmlformats.org/officeDocument/2006/relationships/slide" Target="/ppt/slides/slide10.xml" Id="Rbd6a141ba4234585" /><Relationship Type="http://schemas.openxmlformats.org/officeDocument/2006/relationships/slide" Target="/ppt/slides/slide11.xml" Id="R733face627e74bc7" /><Relationship Type="http://schemas.openxmlformats.org/officeDocument/2006/relationships/slide" Target="/ppt/slides/slide12.xml" Id="Rda65d22d4f0147f0" /><Relationship Type="http://schemas.openxmlformats.org/officeDocument/2006/relationships/slide" Target="/ppt/slides/slide13.xml" Id="R8cd1da590a424ac5" /><Relationship Type="http://schemas.openxmlformats.org/officeDocument/2006/relationships/slide" Target="/ppt/slides/slide14.xml" Id="Rae3cb88c2a0a4b55" /><Relationship Type="http://schemas.openxmlformats.org/officeDocument/2006/relationships/slide" Target="/ppt/slides/slide15.xml" Id="Rba6849e26aea47f6" /><Relationship Type="http://schemas.openxmlformats.org/officeDocument/2006/relationships/slide" Target="/ppt/slides/slide16.xml" Id="Rf61a83de573c408b" /><Relationship Type="http://schemas.openxmlformats.org/officeDocument/2006/relationships/slide" Target="/ppt/slides/slide17.xml" Id="Rb8b6bb8c57624100" /><Relationship Type="http://schemas.openxmlformats.org/officeDocument/2006/relationships/slide" Target="/ppt/slides/slide18.xml" Id="R6360a3bc618c433a" /><Relationship Type="http://schemas.openxmlformats.org/officeDocument/2006/relationships/slide" Target="/ppt/slides/slide19.xml" Id="R7ea9cae4c3c147bd" /><Relationship Type="http://schemas.openxmlformats.org/officeDocument/2006/relationships/slide" Target="/ppt/slides/slide20.xml" Id="Rf9798ab1fb204c21" /><Relationship Type="http://schemas.openxmlformats.org/officeDocument/2006/relationships/slide" Target="/ppt/slides/slide21.xml" Id="Rde89bb2e5d9d49a2" /><Relationship Type="http://schemas.openxmlformats.org/officeDocument/2006/relationships/slide" Target="/ppt/slides/slide22.xml" Id="R64668b125a5e4fc3" /><Relationship Type="http://schemas.openxmlformats.org/officeDocument/2006/relationships/slide" Target="/ppt/slides/slide23.xml" Id="R7568354e2d6a43e1" /><Relationship Type="http://schemas.openxmlformats.org/officeDocument/2006/relationships/slide" Target="/ppt/slides/slide24.xml" Id="Rac9e914c60714929" /><Relationship Type="http://schemas.openxmlformats.org/officeDocument/2006/relationships/slide" Target="/ppt/slides/slide25.xml" Id="R33b2dbe53bac405b" /><Relationship Type="http://schemas.openxmlformats.org/officeDocument/2006/relationships/slide" Target="/ppt/slides/slide26.xml" Id="R3877ade6474048db" /><Relationship Type="http://schemas.openxmlformats.org/officeDocument/2006/relationships/slide" Target="/ppt/slides/slide27.xml" Id="Rbcf4c0bcdcfd4b09" /><Relationship Type="http://schemas.openxmlformats.org/officeDocument/2006/relationships/slide" Target="/ppt/slides/slide28.xml" Id="R196cc43835924a57" /><Relationship Type="http://schemas.openxmlformats.org/officeDocument/2006/relationships/slide" Target="/ppt/slides/slide29.xml" Id="R7341b05fc3874426" /><Relationship Type="http://schemas.openxmlformats.org/officeDocument/2006/relationships/slide" Target="/ppt/slides/slide30.xml" Id="R105160234e7944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7614a6eeb44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02782a73c470c" /><Relationship Type="http://schemas.openxmlformats.org/officeDocument/2006/relationships/notesMaster" Target="/ppt/notesMasters/notesMaster1.xml" Id="Rfb32ea44fe81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720c8086a746b7" /><Relationship Type="http://schemas.openxmlformats.org/officeDocument/2006/relationships/notesMaster" Target="/ppt/notesMasters/notesMaster1.xml" Id="R75180c4ea83346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696ca7d7ed46f0" /><Relationship Type="http://schemas.openxmlformats.org/officeDocument/2006/relationships/notesMaster" Target="/ppt/notesMasters/notesMaster1.xml" Id="Rbdffb22dd14f49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2e0d233a946a9" /><Relationship Type="http://schemas.openxmlformats.org/officeDocument/2006/relationships/notesMaster" Target="/ppt/notesMasters/notesMaster1.xml" Id="Rfeb36e2ce5b040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67e83259e54050" /><Relationship Type="http://schemas.openxmlformats.org/officeDocument/2006/relationships/notesMaster" Target="/ppt/notesMasters/notesMaster1.xml" Id="Rf7bd0115efc344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f6dcf6dd7c4c81" /><Relationship Type="http://schemas.openxmlformats.org/officeDocument/2006/relationships/notesMaster" Target="/ppt/notesMasters/notesMaster1.xml" Id="R342da07a9aeb49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422ab636324c88" /><Relationship Type="http://schemas.openxmlformats.org/officeDocument/2006/relationships/notesMaster" Target="/ppt/notesMasters/notesMaster1.xml" Id="R7238b5b3413e42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d22e4f8cbc4c4c" /><Relationship Type="http://schemas.openxmlformats.org/officeDocument/2006/relationships/notesMaster" Target="/ppt/notesMasters/notesMaster1.xml" Id="Ra3f2c9d6e63147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f5fe6487bd4f3e" /><Relationship Type="http://schemas.openxmlformats.org/officeDocument/2006/relationships/notesMaster" Target="/ppt/notesMasters/notesMaster1.xml" Id="R67ab55586c8249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fb41386f394cd3" /><Relationship Type="http://schemas.openxmlformats.org/officeDocument/2006/relationships/notesMaster" Target="/ppt/notesMasters/notesMaster1.xml" Id="Reb76e734a7c54f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7842888df34a7c" /><Relationship Type="http://schemas.openxmlformats.org/officeDocument/2006/relationships/notesMaster" Target="/ppt/notesMasters/notesMaster1.xml" Id="R98cf281c88e847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6d9600315c4f64" /><Relationship Type="http://schemas.openxmlformats.org/officeDocument/2006/relationships/notesMaster" Target="/ppt/notesMasters/notesMaster1.xml" Id="Ra7e87a10f5ca46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70d1c01f29474e" /><Relationship Type="http://schemas.openxmlformats.org/officeDocument/2006/relationships/notesMaster" Target="/ppt/notesMasters/notesMaster1.xml" Id="R9d156778be6f41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abb1c18d6e4354" /><Relationship Type="http://schemas.openxmlformats.org/officeDocument/2006/relationships/notesMaster" Target="/ppt/notesMasters/notesMaster1.xml" Id="R789d9645ea7e46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7d2264847048b8" /><Relationship Type="http://schemas.openxmlformats.org/officeDocument/2006/relationships/notesMaster" Target="/ppt/notesMasters/notesMaster1.xml" Id="Re74aaed7864543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57da1d6b0e405b" /><Relationship Type="http://schemas.openxmlformats.org/officeDocument/2006/relationships/notesMaster" Target="/ppt/notesMasters/notesMaster1.xml" Id="R4c66cd6471a84d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5ddac5f4de4e49" /><Relationship Type="http://schemas.openxmlformats.org/officeDocument/2006/relationships/notesMaster" Target="/ppt/notesMasters/notesMaster1.xml" Id="R63163e01d27544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2c4245cab04b55" /><Relationship Type="http://schemas.openxmlformats.org/officeDocument/2006/relationships/notesMaster" Target="/ppt/notesMasters/notesMaster1.xml" Id="R8dbc64d65adc4d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9bc318b74947d7" /><Relationship Type="http://schemas.openxmlformats.org/officeDocument/2006/relationships/notesMaster" Target="/ppt/notesMasters/notesMaster1.xml" Id="Rbe10ac65e2c248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9d4e029ee245f0" /><Relationship Type="http://schemas.openxmlformats.org/officeDocument/2006/relationships/notesMaster" Target="/ppt/notesMasters/notesMaster1.xml" Id="R19f613a3838947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4845285a074b9f" /><Relationship Type="http://schemas.openxmlformats.org/officeDocument/2006/relationships/notesMaster" Target="/ppt/notesMasters/notesMaster1.xml" Id="R5ef24d40cff343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1db74d36e042f9" /><Relationship Type="http://schemas.openxmlformats.org/officeDocument/2006/relationships/notesMaster" Target="/ppt/notesMasters/notesMaster1.xml" Id="Re0214d521c8b45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8c4fcd9661449b" /><Relationship Type="http://schemas.openxmlformats.org/officeDocument/2006/relationships/notesMaster" Target="/ppt/notesMasters/notesMaster1.xml" Id="R670a8858ef8545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53bff244fe64977" /><Relationship Type="http://schemas.openxmlformats.org/officeDocument/2006/relationships/notesMaster" Target="/ppt/notesMasters/notesMaster1.xml" Id="R9638f9c013744c3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e7d016623f4623" /><Relationship Type="http://schemas.openxmlformats.org/officeDocument/2006/relationships/notesMaster" Target="/ppt/notesMasters/notesMaster1.xml" Id="Rebb697105c6145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4af16a87ed4177" /><Relationship Type="http://schemas.openxmlformats.org/officeDocument/2006/relationships/notesMaster" Target="/ppt/notesMasters/notesMaster1.xml" Id="R54bc2fe41f3d429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529144eb6249d6" /><Relationship Type="http://schemas.openxmlformats.org/officeDocument/2006/relationships/notesMaster" Target="/ppt/notesMasters/notesMaster1.xml" Id="R9172444af9034a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16744d660548d8" /><Relationship Type="http://schemas.openxmlformats.org/officeDocument/2006/relationships/notesMaster" Target="/ppt/notesMasters/notesMaster1.xml" Id="Rb0f2e06df1de4e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bfbac82357c4721" /><Relationship Type="http://schemas.openxmlformats.org/officeDocument/2006/relationships/notesMaster" Target="/ppt/notesMasters/notesMaster1.xml" Id="Rfd34cb5faeb944c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7032d281b643b0" /><Relationship Type="http://schemas.openxmlformats.org/officeDocument/2006/relationships/notesMaster" Target="/ppt/notesMasters/notesMaster1.xml" Id="R727d2639f2cd48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本章把无桨台架、人工首飞、场地初始化、分级自动飞行和比赛日验收串成一条路线。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强调实飞必须由有经验飞手、硬件负责人和安全员共同执行，并遵守法规与场地规则。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五级门禁按风险递增，每一级都要保存证据并复盘。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进入实飞前核对整机、failsafe、前置章节、版本、现场条件和 SEND 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无桨台架覆盖姿态、感知、MAVLink、投放和故障注入。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用小角度人工姿态变化核对安装方向，并区分 GPS Home、EKF Origin 与 FIELD 原点。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验证相机坐标、检测状态、MAVLink 只读观察以及断链恢复行为。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正式投放链路只能是 payload_release 到 set_servo 再到 MAV_CMD_DO_SET_SERVO。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在无桨和模拟载荷条件下验证相机、yolo、telemetry 与停止路径的故障响应。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人工首飞完全由飞手控制，RK3588 只记录数据。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首飞后复盘电源、温度、网络、存储、画面、telemetry 与重心。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v3 用 A 点和 A 到 B 的方向生成 FIELD 到 GPS/GLOBAL 的任务几何。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 Setup 前确认飞机静止、GPS 质量、forward marker、Web UI、SEND 和版本。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Web UI 观察样本、质量指标、地图预览并等待系统自动冻结。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不满足样本、离散度、baseline、方向或状态门禁时必须 Reset。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分级自动的前半段先验证 FIELD 方向、低风险 Action 和起降分项。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后半段再验证无载荷视觉、投放和完整比赛任务。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投放按五级风险梯度推进，并验证重试和 jump_to 不会重复释放。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完整任务只在所有分项通过、参数复核且本次 REAL run 获得批准后开启。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每次自动动作前由团队逐句确认场地、接管、停止条件、FIELD、参数和授权。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任一异常或任一岗位喊停都要立即终止自动任务并优先人工接管。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比赛日岗位分工避免飞手在关键阶段同时操作网页。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出发前冻结版本、校验 Mission、备份配置并准备备件。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到场上电后先完成机械、电源、接管和只读链路检查。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 Reference、地图几何、任务参数、两路投放和恢复路径需要第二人复核。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自动动作前全员确认；任务后先关闭 SEND，再处理 Mission、载荷和数据。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现场故障先关闭 SEND、停止 Mission、拆桨移除载荷并读取健康与日志。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Field、Action 和 SERVO 问题从证据定位；高风险不确定性必须停手。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最终验收覆盖无桨、首飞、FIELD、Action、失败路径与完整任务。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实飞验收通过后，再进入比赛任务设计与队伍签字版流程。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C:/Users/24184/Desktop/project/uav_system/docs/beginner/06_flight_test.md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f9ae0f07b49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c883e5dfff4676" /><Relationship Type="http://schemas.openxmlformats.org/officeDocument/2006/relationships/slideLayout" Target="/ppt/slideLayouts/slideLayout1.xml" Id="Rb9698f3c9d0f48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698f3c9d0f48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536b56452408e" /><Relationship Type="http://schemas.openxmlformats.org/officeDocument/2006/relationships/notesSlide" Target="/ppt/notesSlides/notesSlide1.xml" Id="Rd08f91eac29b40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246c57f1c4f4a" /><Relationship Type="http://schemas.openxmlformats.org/officeDocument/2006/relationships/notesSlide" Target="/ppt/notesSlides/notesSlide2.xml" Id="R5b439bd8a72643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6e2d711a845b6" /><Relationship Type="http://schemas.openxmlformats.org/officeDocument/2006/relationships/notesSlide" Target="/ppt/notesSlides/notesSlide3.xml" Id="R747ed715a5d940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80ed71db24f80" /><Relationship Type="http://schemas.openxmlformats.org/officeDocument/2006/relationships/notesSlide" Target="/ppt/notesSlides/notesSlide4.xml" Id="Rdad550ca815546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d2b8819d94f6f" /><Relationship Type="http://schemas.openxmlformats.org/officeDocument/2006/relationships/notesSlide" Target="/ppt/notesSlides/notesSlide5.xml" Id="R3843f0e5b79141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0eb009464476e" /><Relationship Type="http://schemas.openxmlformats.org/officeDocument/2006/relationships/notesSlide" Target="/ppt/notesSlides/notesSlide6.xml" Id="Rbfdfbf6135d048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4ca021d324031" /><Relationship Type="http://schemas.openxmlformats.org/officeDocument/2006/relationships/notesSlide" Target="/ppt/notesSlides/notesSlide7.xml" Id="R9da708a7fd1a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12e60513841d1" /><Relationship Type="http://schemas.openxmlformats.org/officeDocument/2006/relationships/notesSlide" Target="/ppt/notesSlides/notesSlide8.xml" Id="R5d3d9935620b48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832f5b37647f8" /><Relationship Type="http://schemas.openxmlformats.org/officeDocument/2006/relationships/notesSlide" Target="/ppt/notesSlides/notesSlide9.xml" Id="R7a0db3369f9c41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2354ac704607" /><Relationship Type="http://schemas.openxmlformats.org/officeDocument/2006/relationships/notesSlide" Target="/ppt/notesSlides/notesSlide10.xml" Id="R4b11d2b63db845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fb940f3364df3" /><Relationship Type="http://schemas.openxmlformats.org/officeDocument/2006/relationships/notesSlide" Target="/ppt/notesSlides/notesSlide11.xml" Id="R0edfb82786d741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2af336dfe4aeb" /><Relationship Type="http://schemas.openxmlformats.org/officeDocument/2006/relationships/notesSlide" Target="/ppt/notesSlides/notesSlide12.xml" Id="R2d450a898af547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90f57d8354d57" /><Relationship Type="http://schemas.openxmlformats.org/officeDocument/2006/relationships/notesSlide" Target="/ppt/notesSlides/notesSlide13.xml" Id="R01f225abd4b34f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34e9d7be740f7" /><Relationship Type="http://schemas.openxmlformats.org/officeDocument/2006/relationships/notesSlide" Target="/ppt/notesSlides/notesSlide14.xml" Id="Ra0b51d2e140e44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4ffc0e18444cf" /><Relationship Type="http://schemas.openxmlformats.org/officeDocument/2006/relationships/notesSlide" Target="/ppt/notesSlides/notesSlide15.xml" Id="R8272f8e0fcf04f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738940692428c" /><Relationship Type="http://schemas.openxmlformats.org/officeDocument/2006/relationships/notesSlide" Target="/ppt/notesSlides/notesSlide16.xml" Id="Rf74961b6cd9d48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c0d3495ce4736" /><Relationship Type="http://schemas.openxmlformats.org/officeDocument/2006/relationships/notesSlide" Target="/ppt/notesSlides/notesSlide17.xml" Id="R7eca94c12e024c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910c3e13a4649" /><Relationship Type="http://schemas.openxmlformats.org/officeDocument/2006/relationships/notesSlide" Target="/ppt/notesSlides/notesSlide18.xml" Id="R90a4585ed8c540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53353d9b24374" /><Relationship Type="http://schemas.openxmlformats.org/officeDocument/2006/relationships/notesSlide" Target="/ppt/notesSlides/notesSlide19.xml" Id="Rcf08d3ff57a84e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d0fa4c92c4425" /><Relationship Type="http://schemas.openxmlformats.org/officeDocument/2006/relationships/notesSlide" Target="/ppt/notesSlides/notesSlide20.xml" Id="Rae01235ad44a42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cd70c6381466f" /><Relationship Type="http://schemas.openxmlformats.org/officeDocument/2006/relationships/notesSlide" Target="/ppt/notesSlides/notesSlide21.xml" Id="R22f879e4054b4a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95f9d412349fc" /><Relationship Type="http://schemas.openxmlformats.org/officeDocument/2006/relationships/notesSlide" Target="/ppt/notesSlides/notesSlide22.xml" Id="R17f3b016545a47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35cfc36824640" /><Relationship Type="http://schemas.openxmlformats.org/officeDocument/2006/relationships/notesSlide" Target="/ppt/notesSlides/notesSlide23.xml" Id="R5f55c00ac9ac4c6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587db7b9444c" /><Relationship Type="http://schemas.openxmlformats.org/officeDocument/2006/relationships/notesSlide" Target="/ppt/notesSlides/notesSlide24.xml" Id="R514a9fcf8e7a40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eb97426144be8" /><Relationship Type="http://schemas.openxmlformats.org/officeDocument/2006/relationships/notesSlide" Target="/ppt/notesSlides/notesSlide25.xml" Id="R3f42ef504b994e3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a9f5db8104038" /><Relationship Type="http://schemas.openxmlformats.org/officeDocument/2006/relationships/notesSlide" Target="/ppt/notesSlides/notesSlide26.xml" Id="Rca84b46123ea4e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75f0568784beb" /><Relationship Type="http://schemas.openxmlformats.org/officeDocument/2006/relationships/notesSlide" Target="/ppt/notesSlides/notesSlide27.xml" Id="R947e96ad49064a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45c5b504d41b2" /><Relationship Type="http://schemas.openxmlformats.org/officeDocument/2006/relationships/notesSlide" Target="/ppt/notesSlides/notesSlide28.xml" Id="R1c75ac030b8d46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fd497b23d4d71" /><Relationship Type="http://schemas.openxmlformats.org/officeDocument/2006/relationships/notesSlide" Target="/ppt/notesSlides/notesSlide29.xml" Id="R70b745b38fda491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178c48f140c3" /><Relationship Type="http://schemas.openxmlformats.org/officeDocument/2006/relationships/notesSlide" Target="/ppt/notesSlides/notesSlide30.xml" Id="R75bde3ee95b34a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001">
            <a:extLst xmlns:a="http://schemas.openxmlformats.org/drawingml/2006/main">
              <a:ext uri="{FF2B5EF4-FFF2-40B4-BE49-F238E27FC236}">
                <a16:creationId xmlns:a16="http://schemas.microsoft.com/office/drawing/2014/main" id="{93301F87-EB3C-4B6D-931C-79DB2C4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从零复现 · 第 06 章</a:t>
            </a:r>
          </a:p>
        </p:txBody>
      </p:sp>
      <p:sp>
        <p:nvSpPr>
          <p:cNvPr id="2" name="shape-0002">
            <a:extLst xmlns:a="http://schemas.openxmlformats.org/drawingml/2006/main">
              <a:ext uri="{FF2B5EF4-FFF2-40B4-BE49-F238E27FC236}">
                <a16:creationId xmlns:a16="http://schemas.microsoft.com/office/drawing/2014/main" id="{227319B2-7B01-40B6-9626-FF8428A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4FCF0E27-F25F-44DC-A478-E98FA28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实飞测试</a:t>
            </a:r>
          </a:p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与比赛日验收</a:t>
            </a:r>
          </a:p>
        </p:txBody>
      </p:sp>
      <p:sp>
        <p:nvSpPr>
          <p:cNvPr id="4" name="text-0004">
            <a:extLst xmlns:a="http://schemas.openxmlformats.org/drawingml/2006/main">
              <a:ext uri="{FF2B5EF4-FFF2-40B4-BE49-F238E27FC236}">
                <a16:creationId xmlns:a16="http://schemas.microsoft.com/office/drawing/2014/main" id="{778B7F6B-B486-4933-AC21-59094A9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无桨复验 → 人工首飞 → 分级自动 → 完整任务</a:t>
            </a:r>
          </a:p>
        </p:txBody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25A93454-690A-4E47-8B10-AAC09B6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6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36E2BB7E-9F64-4D3D-88B9-52CA3815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uav_system-rk3588</a:t>
            </a:r>
          </a:p>
        </p:txBody>
      </p:sp>
    </p:spTree>
    <p:extLst>
      <p:ext uri="{BB962C8B-B14F-4D97-AF65-F5344CB8AC3E}">
        <p14:creationId xmlns:p14="http://schemas.microsoft.com/office/powerpoint/2010/main" val="1928243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0007">
            <a:extLst xmlns:a="http://schemas.openxmlformats.org/drawingml/2006/main">
              <a:ext uri="{FF2B5EF4-FFF2-40B4-BE49-F238E27FC236}">
                <a16:creationId xmlns:a16="http://schemas.microsoft.com/office/drawing/2014/main" id="{66DB96F0-544F-4BA1-B4BF-FF570316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实飞安全</a:t>
            </a:r>
          </a:p>
        </p:txBody>
      </p:sp>
      <p:sp>
        <p:nvSpPr>
          <p:cNvPr id="2" name="text-0008">
            <a:extLst xmlns:a="http://schemas.openxmlformats.org/drawingml/2006/main">
              <a:ext uri="{FF2B5EF4-FFF2-40B4-BE49-F238E27FC236}">
                <a16:creationId xmlns:a16="http://schemas.microsoft.com/office/drawing/2014/main" id="{4C54DA76-F9EA-4516-ADDA-9B0755B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每一级都要留证据，通过后才能升级风险</a:t>
            </a:r>
          </a:p>
        </p:txBody>
      </p:sp>
      <p:sp>
        <p:nvSpPr>
          <p:cNvPr id="3" name="shape-0009">
            <a:extLst xmlns:a="http://schemas.openxmlformats.org/drawingml/2006/main">
              <a:ext uri="{FF2B5EF4-FFF2-40B4-BE49-F238E27FC236}">
                <a16:creationId xmlns:a16="http://schemas.microsoft.com/office/drawing/2014/main" id="{5FF4C27D-6313-409F-B5BA-3FEB5636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0">
            <a:extLst xmlns:a="http://schemas.openxmlformats.org/drawingml/2006/main">
              <a:ext uri="{FF2B5EF4-FFF2-40B4-BE49-F238E27FC236}">
                <a16:creationId xmlns:a16="http://schemas.microsoft.com/office/drawing/2014/main" id="{C89B03A1-E9C4-4FAF-8F8D-C148274F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11">
            <a:extLst xmlns:a="http://schemas.openxmlformats.org/drawingml/2006/main">
              <a:ext uri="{FF2B5EF4-FFF2-40B4-BE49-F238E27FC236}">
                <a16:creationId xmlns:a16="http://schemas.microsoft.com/office/drawing/2014/main" id="{1D82103C-207E-4BB6-975F-01C939B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0012">
            <a:extLst xmlns:a="http://schemas.openxmlformats.org/drawingml/2006/main">
              <a:ext uri="{FF2B5EF4-FFF2-40B4-BE49-F238E27FC236}">
                <a16:creationId xmlns:a16="http://schemas.microsoft.com/office/drawing/2014/main" id="{1786A62B-68BB-4C33-9879-49036EE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实飞必须有：</a:t>
            </a:r>
          </a:p>
        </p:txBody>
      </p:sp>
      <p:sp>
        <p:nvSpPr>
          <p:cNvPr id="7" name="text-0013">
            <a:extLst xmlns:a="http://schemas.openxmlformats.org/drawingml/2006/main">
              <a:ext uri="{FF2B5EF4-FFF2-40B4-BE49-F238E27FC236}">
                <a16:creationId xmlns:a16="http://schemas.microsoft.com/office/drawing/2014/main" id="{F3B9807D-25FA-4F10-BA33-614484A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有经验飞手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硬件负责人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现场安全员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清晰接管流程</a:t>
            </a:r>
          </a:p>
        </p:txBody>
      </p:sp>
      <p:sp>
        <p:nvSpPr>
          <p:cNvPr id="8" name="shape-0014">
            <a:extLst xmlns:a="http://schemas.openxmlformats.org/drawingml/2006/main">
              <a:ext uri="{FF2B5EF4-FFF2-40B4-BE49-F238E27FC236}">
                <a16:creationId xmlns:a16="http://schemas.microsoft.com/office/drawing/2014/main" id="{E9F1EDF6-6455-4325-8993-6A0DF803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66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015">
            <a:extLst xmlns:a="http://schemas.openxmlformats.org/drawingml/2006/main">
              <a:ext uri="{FF2B5EF4-FFF2-40B4-BE49-F238E27FC236}">
                <a16:creationId xmlns:a16="http://schemas.microsoft.com/office/drawing/2014/main" id="{2CDF78F0-40C0-4D71-A23A-C9EEB4B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起飞前默认保持 SEND OFF</a:t>
            </a:r>
          </a:p>
        </p:txBody>
      </p:sp>
      <p:sp>
        <p:nvSpPr>
          <p:cNvPr id="10" name="text-0016">
            <a:extLst xmlns:a="http://schemas.openxmlformats.org/drawingml/2006/main">
              <a:ext uri="{FF2B5EF4-FFF2-40B4-BE49-F238E27FC236}">
                <a16:creationId xmlns:a16="http://schemas.microsoft.com/office/drawing/2014/main" id="{59AD095F-D200-4CE5-96BC-D04A1CC5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-0017">
            <a:extLst xmlns:a="http://schemas.openxmlformats.org/drawingml/2006/main">
              <a:ext uri="{FF2B5EF4-FFF2-40B4-BE49-F238E27FC236}">
                <a16:creationId xmlns:a16="http://schemas.microsoft.com/office/drawing/2014/main" id="{1C232005-755F-4C1B-BA02-E721037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无桨复验</a:t>
            </a:r>
          </a:p>
        </p:txBody>
      </p:sp>
      <p:sp>
        <p:nvSpPr>
          <p:cNvPr id="12" name="text-0018">
            <a:extLst xmlns:a="http://schemas.openxmlformats.org/drawingml/2006/main">
              <a:ext uri="{FF2B5EF4-FFF2-40B4-BE49-F238E27FC236}">
                <a16:creationId xmlns:a16="http://schemas.microsoft.com/office/drawing/2014/main" id="{42700F3F-A3EE-4D95-86FC-C2AFA98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姿态、感知、链路、投放与故障注入</a:t>
            </a:r>
          </a:p>
        </p:txBody>
      </p:sp>
      <p:sp>
        <p:nvSpPr>
          <p:cNvPr id="13" name="shape-0019">
            <a:extLst xmlns:a="http://schemas.openxmlformats.org/drawingml/2006/main">
              <a:ext uri="{FF2B5EF4-FFF2-40B4-BE49-F238E27FC236}">
                <a16:creationId xmlns:a16="http://schemas.microsoft.com/office/drawing/2014/main" id="{F73B8D4F-B715-42F7-BEFD-6CC44AB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20">
            <a:extLst xmlns:a="http://schemas.openxmlformats.org/drawingml/2006/main">
              <a:ext uri="{FF2B5EF4-FFF2-40B4-BE49-F238E27FC236}">
                <a16:creationId xmlns:a16="http://schemas.microsoft.com/office/drawing/2014/main" id="{D2A44CE7-5978-4631-928E-6C95CC4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-0021">
            <a:extLst xmlns:a="http://schemas.openxmlformats.org/drawingml/2006/main">
              <a:ext uri="{FF2B5EF4-FFF2-40B4-BE49-F238E27FC236}">
                <a16:creationId xmlns:a16="http://schemas.microsoft.com/office/drawing/2014/main" id="{BA8CC66A-4BB8-412E-B08A-96D3524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人工首飞</a:t>
            </a:r>
          </a:p>
        </p:txBody>
      </p:sp>
      <p:sp>
        <p:nvSpPr>
          <p:cNvPr id="16" name="text-0022">
            <a:extLst xmlns:a="http://schemas.openxmlformats.org/drawingml/2006/main">
              <a:ext uri="{FF2B5EF4-FFF2-40B4-BE49-F238E27FC236}">
                <a16:creationId xmlns:a16="http://schemas.microsoft.com/office/drawing/2014/main" id="{79F6F6A9-5AFC-4798-9D23-2FF664BB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完全由飞手控制，RK3588 只记录</a:t>
            </a:r>
          </a:p>
        </p:txBody>
      </p:sp>
      <p:sp>
        <p:nvSpPr>
          <p:cNvPr id="17" name="shape-0023">
            <a:extLst xmlns:a="http://schemas.openxmlformats.org/drawingml/2006/main">
              <a:ext uri="{FF2B5EF4-FFF2-40B4-BE49-F238E27FC236}">
                <a16:creationId xmlns:a16="http://schemas.microsoft.com/office/drawing/2014/main" id="{1D5416E7-B96A-4329-A25E-05110DD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024">
            <a:extLst xmlns:a="http://schemas.openxmlformats.org/drawingml/2006/main">
              <a:ext uri="{FF2B5EF4-FFF2-40B4-BE49-F238E27FC236}">
                <a16:creationId xmlns:a16="http://schemas.microsoft.com/office/drawing/2014/main" id="{337B0F7A-2BA6-4D3E-84E8-84E124D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025">
            <a:extLst xmlns:a="http://schemas.openxmlformats.org/drawingml/2006/main">
              <a:ext uri="{FF2B5EF4-FFF2-40B4-BE49-F238E27FC236}">
                <a16:creationId xmlns:a16="http://schemas.microsoft.com/office/drawing/2014/main" id="{2E47949D-66C1-4971-A3BD-C049EBA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场地初始化</a:t>
            </a:r>
          </a:p>
        </p:txBody>
      </p:sp>
      <p:sp>
        <p:nvSpPr>
          <p:cNvPr id="20" name="text-0026">
            <a:extLst xmlns:a="http://schemas.openxmlformats.org/drawingml/2006/main">
              <a:ext uri="{FF2B5EF4-FFF2-40B4-BE49-F238E27FC236}">
                <a16:creationId xmlns:a16="http://schemas.microsoft.com/office/drawing/2014/main" id="{56A6227B-97E6-48C9-B64B-9B86BB2F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schema v3 采样并冻结 FIELD</a:t>
            </a:r>
          </a:p>
        </p:txBody>
      </p:sp>
      <p:sp>
        <p:nvSpPr>
          <p:cNvPr id="21" name="shape-0027">
            <a:extLst xmlns:a="http://schemas.openxmlformats.org/drawingml/2006/main">
              <a:ext uri="{FF2B5EF4-FFF2-40B4-BE49-F238E27FC236}">
                <a16:creationId xmlns:a16="http://schemas.microsoft.com/office/drawing/2014/main" id="{D81E7F1E-3835-4661-B84C-2650952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028">
            <a:extLst xmlns:a="http://schemas.openxmlformats.org/drawingml/2006/main">
              <a:ext uri="{FF2B5EF4-FFF2-40B4-BE49-F238E27FC236}">
                <a16:creationId xmlns:a16="http://schemas.microsoft.com/office/drawing/2014/main" id="{D91DA546-9414-454B-AF91-1050DEBC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0029">
            <a:extLst xmlns:a="http://schemas.openxmlformats.org/drawingml/2006/main">
              <a:ext uri="{FF2B5EF4-FFF2-40B4-BE49-F238E27FC236}">
                <a16:creationId xmlns:a16="http://schemas.microsoft.com/office/drawing/2014/main" id="{8B023AD7-6B0A-4496-A09A-2ADF563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386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分级自动</a:t>
            </a:r>
          </a:p>
        </p:txBody>
      </p:sp>
      <p:sp>
        <p:nvSpPr>
          <p:cNvPr id="24" name="text-0030">
            <a:extLst xmlns:a="http://schemas.openxmlformats.org/drawingml/2006/main">
              <a:ext uri="{FF2B5EF4-FFF2-40B4-BE49-F238E27FC236}">
                <a16:creationId xmlns:a16="http://schemas.microsoft.com/office/drawing/2014/main" id="{B0089FEC-D85A-4E11-82D7-476BAE3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006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从单 Action 到分项任务逐级验证</a:t>
            </a:r>
          </a:p>
        </p:txBody>
      </p:sp>
      <p:sp>
        <p:nvSpPr>
          <p:cNvPr id="25" name="shape-0031">
            <a:extLst xmlns:a="http://schemas.openxmlformats.org/drawingml/2006/main">
              <a:ext uri="{FF2B5EF4-FFF2-40B4-BE49-F238E27FC236}">
                <a16:creationId xmlns:a16="http://schemas.microsoft.com/office/drawing/2014/main" id="{E3FD14B8-787D-48B8-BB2A-A8913FA6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032">
            <a:extLst xmlns:a="http://schemas.openxmlformats.org/drawingml/2006/main">
              <a:ext uri="{FF2B5EF4-FFF2-40B4-BE49-F238E27FC236}">
                <a16:creationId xmlns:a16="http://schemas.microsoft.com/office/drawing/2014/main" id="{FE465721-31A0-467C-87F5-01DBC4E8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-0033">
            <a:extLst xmlns:a="http://schemas.openxmlformats.org/drawingml/2006/main">
              <a:ext uri="{FF2B5EF4-FFF2-40B4-BE49-F238E27FC236}">
                <a16:creationId xmlns:a16="http://schemas.microsoft.com/office/drawing/2014/main" id="{9B0738D5-AD30-4449-A161-647C87C1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34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完整任务</a:t>
            </a:r>
          </a:p>
        </p:txBody>
      </p:sp>
      <p:sp>
        <p:nvSpPr>
          <p:cNvPr id="28" name="text-0034">
            <a:extLst xmlns:a="http://schemas.openxmlformats.org/drawingml/2006/main">
              <a:ext uri="{FF2B5EF4-FFF2-40B4-BE49-F238E27FC236}">
                <a16:creationId xmlns:a16="http://schemas.microsoft.com/office/drawing/2014/main" id="{0AE00BD8-C7A9-45EF-BFC0-D873297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95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第二人复核后才允许批准 REAL run</a:t>
            </a:r>
          </a:p>
        </p:txBody>
      </p:sp>
      <p:sp>
        <p:nvSpPr>
          <p:cNvPr id="29" name="shape-0035">
            <a:extLst xmlns:a="http://schemas.openxmlformats.org/drawingml/2006/main">
              <a:ext uri="{FF2B5EF4-FFF2-40B4-BE49-F238E27FC236}">
                <a16:creationId xmlns:a16="http://schemas.microsoft.com/office/drawing/2014/main" id="{A5BC11B1-06D5-481A-9128-6231E4E0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5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128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验收路线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实飞不是一次完成，而是五级门禁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无桨台架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拆桨、固定、低质量模拟载荷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人工首飞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飞手全程控制，系统只读记录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场地初始化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采样 A、复核 B、冻结 FIELD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分项自动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Action、起降、视觉、投放逐项验证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完整任务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所有分项通过后才批准一次受控运行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每一级都保存日志、配置与复盘结论，未通过不得升级。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前置条件必须同时满足，缺一项就停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整机与遥控检查完成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机架、动力、飞控和接管链路由有经验人员确认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校准与 failsafe 已验证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飞行模式、失联和人工接管路径明确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 / 04 / 05 章记录完整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组装、只读联调和 SITL 分项全部通过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版本已经记录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commit、配置、模型和 Mission 模板可追溯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现场条件允许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天气、空域、人员隔离与消防准备合格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executor.send_commands: false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起飞前系统发送门保持关闭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遥控器或地面站必须能随时接管。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无桨台架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台架复验覆盖五类真实失效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姿态、GPS 与高度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核对安装方向、定位质量和 LOCAL_NED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相机与检测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验证坐标符号、镜像、类别和 lost 状态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MAVLink 只读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观察状态、stale 与断链恢复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投放机构空载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单路确认 SERVO、PWM、电流与机械范围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故障注入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相机、yolo、telemetry 与停止路径逐项断开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整机固定牢靠，全部螺旋桨拆下并带走，只用安全模拟载荷。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056">
            <a:extLst xmlns:a="http://schemas.openxmlformats.org/drawingml/2006/main">
              <a:ext uri="{FF2B5EF4-FFF2-40B4-BE49-F238E27FC236}">
                <a16:creationId xmlns:a16="http://schemas.microsoft.com/office/drawing/2014/main" id="{4D66AAD1-05BF-4EB3-8D0F-79F20D50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姿态与定位</a:t>
            </a:r>
          </a:p>
        </p:txBody>
      </p:sp>
      <p:sp>
        <p:nvSpPr>
          <p:cNvPr id="2" name="text-0057">
            <a:extLst xmlns:a="http://schemas.openxmlformats.org/drawingml/2006/main">
              <a:ext uri="{FF2B5EF4-FFF2-40B4-BE49-F238E27FC236}">
                <a16:creationId xmlns:a16="http://schemas.microsoft.com/office/drawing/2014/main" id="{0376D244-4FD1-42E9-9B2A-55523F6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先核对姿态方向，再判断位置是否稳定</a:t>
            </a:r>
          </a:p>
        </p:txBody>
      </p:sp>
      <p:sp>
        <p:nvSpPr>
          <p:cNvPr id="3" name="shape-0058">
            <a:extLst xmlns:a="http://schemas.openxmlformats.org/drawingml/2006/main">
              <a:ext uri="{FF2B5EF4-FFF2-40B4-BE49-F238E27FC236}">
                <a16:creationId xmlns:a16="http://schemas.microsoft.com/office/drawing/2014/main" id="{D8457461-BD4A-420C-B022-D24EE6FA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9">
            <a:extLst xmlns:a="http://schemas.openxmlformats.org/drawingml/2006/main">
              <a:ext uri="{FF2B5EF4-FFF2-40B4-BE49-F238E27FC236}">
                <a16:creationId xmlns:a16="http://schemas.microsoft.com/office/drawing/2014/main" id="{E7FD0DB1-97B9-4925-8E6F-D672E49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60">
            <a:extLst xmlns:a="http://schemas.openxmlformats.org/drawingml/2006/main">
              <a:ext uri="{FF2B5EF4-FFF2-40B4-BE49-F238E27FC236}">
                <a16:creationId xmlns:a16="http://schemas.microsoft.com/office/drawing/2014/main" id="{33442E79-DA43-488D-8C1D-6C5A82F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0061">
            <a:extLst xmlns:a="http://schemas.openxmlformats.org/drawingml/2006/main">
              <a:ext uri="{FF2B5EF4-FFF2-40B4-BE49-F238E27FC236}">
                <a16:creationId xmlns:a16="http://schemas.microsoft.com/office/drawing/2014/main" id="{005A62C3-CE1C-4969-B026-8FDA729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62">
            <a:extLst xmlns:a="http://schemas.openxmlformats.org/drawingml/2006/main">
              <a:ext uri="{FF2B5EF4-FFF2-40B4-BE49-F238E27FC236}">
                <a16:creationId xmlns:a16="http://schemas.microsoft.com/office/drawing/2014/main" id="{384BEA5E-73DD-48DD-8672-706A73A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小角度人工姿态复验</a:t>
            </a:r>
          </a:p>
        </p:txBody>
      </p:sp>
      <p:sp>
        <p:nvSpPr>
          <p:cNvPr id="8" name="text-0063">
            <a:extLst xmlns:a="http://schemas.openxmlformats.org/drawingml/2006/main">
              <a:ext uri="{FF2B5EF4-FFF2-40B4-BE49-F238E27FC236}">
                <a16:creationId xmlns:a16="http://schemas.microsoft.com/office/drawing/2014/main" id="{9F374021-AF9F-45DC-AA0B-AB1DE75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抬起机头、右侧和机尾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roll / pitch / yaw 与安装方向一致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GPS fix、卫星数、位置和高度稳定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LOCAL_NED 没有明显跳变</a:t>
            </a:r>
          </a:p>
        </p:txBody>
      </p:sp>
      <p:sp>
        <p:nvSpPr>
          <p:cNvPr id="9" name="shape-0064">
            <a:extLst xmlns:a="http://schemas.openxmlformats.org/drawingml/2006/main">
              <a:ext uri="{FF2B5EF4-FFF2-40B4-BE49-F238E27FC236}">
                <a16:creationId xmlns:a16="http://schemas.microsoft.com/office/drawing/2014/main" id="{0696DCD6-04D1-460B-A0C6-9FD6C93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065">
            <a:extLst xmlns:a="http://schemas.openxmlformats.org/drawingml/2006/main">
              <a:ext uri="{FF2B5EF4-FFF2-40B4-BE49-F238E27FC236}">
                <a16:creationId xmlns:a16="http://schemas.microsoft.com/office/drawing/2014/main" id="{8AA5B509-95CE-43A3-B18A-FBF9C91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方向不一致时停止，不进入电机或自动动作测试</a:t>
            </a:r>
          </a:p>
        </p:txBody>
      </p:sp>
      <p:sp>
        <p:nvSpPr>
          <p:cNvPr id="11" name="shape-0066">
            <a:extLst xmlns:a="http://schemas.openxmlformats.org/drawingml/2006/main">
              <a:ext uri="{FF2B5EF4-FFF2-40B4-BE49-F238E27FC236}">
                <a16:creationId xmlns:a16="http://schemas.microsoft.com/office/drawing/2014/main" id="{E9E20C91-D68E-48EE-9B99-63239849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14288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67">
            <a:extLst xmlns:a="http://schemas.openxmlformats.org/drawingml/2006/main">
              <a:ext uri="{FF2B5EF4-FFF2-40B4-BE49-F238E27FC236}">
                <a16:creationId xmlns:a16="http://schemas.microsoft.com/office/drawing/2014/main" id="{5D5E902B-0475-499B-B7FC-5799623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068">
            <a:extLst xmlns:a="http://schemas.openxmlformats.org/drawingml/2006/main">
              <a:ext uri="{FF2B5EF4-FFF2-40B4-BE49-F238E27FC236}">
                <a16:creationId xmlns:a16="http://schemas.microsoft.com/office/drawing/2014/main" id="{E7A314E1-6B4B-4113-8568-079F47B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三个原点不能混用</a:t>
            </a:r>
          </a:p>
        </p:txBody>
      </p:sp>
      <p:sp>
        <p:nvSpPr>
          <p:cNvPr id="14" name="text-0069">
            <a:extLst xmlns:a="http://schemas.openxmlformats.org/drawingml/2006/main">
              <a:ext uri="{FF2B5EF4-FFF2-40B4-BE49-F238E27FC236}">
                <a16:creationId xmlns:a16="http://schemas.microsoft.com/office/drawing/2014/main" id="{8CB5C023-F868-454B-B933-4936734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GPS Home ≠ EKF Origin ≠ FIELD 原点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三者用途不同，不能互相替代。</a:t>
            </a:r>
          </a:p>
        </p:txBody>
      </p:sp>
      <p:sp>
        <p:nvSpPr>
          <p:cNvPr id="15" name="shape-0070">
            <a:extLst xmlns:a="http://schemas.openxmlformats.org/drawingml/2006/main">
              <a:ext uri="{FF2B5EF4-FFF2-40B4-BE49-F238E27FC236}">
                <a16:creationId xmlns:a16="http://schemas.microsoft.com/office/drawing/2014/main" id="{72EDF812-0232-4927-87BF-D2CA64E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071">
            <a:extLst xmlns:a="http://schemas.openxmlformats.org/drawingml/2006/main">
              <a:ext uri="{FF2B5EF4-FFF2-40B4-BE49-F238E27FC236}">
                <a16:creationId xmlns:a16="http://schemas.microsoft.com/office/drawing/2014/main" id="{D2C5658C-7B34-4701-9A05-01E25DE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48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-0072">
            <a:extLst xmlns:a="http://schemas.openxmlformats.org/drawingml/2006/main">
              <a:ext uri="{FF2B5EF4-FFF2-40B4-BE49-F238E27FC236}">
                <a16:creationId xmlns:a16="http://schemas.microsoft.com/office/drawing/2014/main" id="{D405A332-F566-44C8-8693-F6C28FE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姿态变化与物理运动一致</a:t>
            </a:r>
          </a:p>
        </p:txBody>
      </p:sp>
      <p:sp>
        <p:nvSpPr>
          <p:cNvPr id="18" name="shape-0073">
            <a:extLst xmlns:a="http://schemas.openxmlformats.org/drawingml/2006/main">
              <a:ext uri="{FF2B5EF4-FFF2-40B4-BE49-F238E27FC236}">
                <a16:creationId xmlns:a16="http://schemas.microsoft.com/office/drawing/2014/main" id="{F86319D2-5537-47E1-9EA5-1E5CB20A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074">
            <a:extLst xmlns:a="http://schemas.openxmlformats.org/drawingml/2006/main">
              <a:ext uri="{FF2B5EF4-FFF2-40B4-BE49-F238E27FC236}">
                <a16:creationId xmlns:a16="http://schemas.microsoft.com/office/drawing/2014/main" id="{C91C89C3-D618-4979-844D-01580E2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149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075">
            <a:extLst xmlns:a="http://schemas.openxmlformats.org/drawingml/2006/main">
              <a:ext uri="{FF2B5EF4-FFF2-40B4-BE49-F238E27FC236}">
                <a16:creationId xmlns:a16="http://schemas.microsoft.com/office/drawing/2014/main" id="{4A25B370-8AB5-408B-8E8C-C18508FC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GPS / 高度 / LOCAL_NED 稳定</a:t>
            </a:r>
          </a:p>
        </p:txBody>
      </p:sp>
    </p:spTree>
    <p:extLst>
      <p:ext uri="{BB962C8B-B14F-4D97-AF65-F5344CB8AC3E}">
        <p14:creationId xmlns:p14="http://schemas.microsoft.com/office/powerpoint/2010/main" val="1191765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感知与只读链路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相机、检测和链路失效时必须正确变无效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画面坐标符号正确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pixel_x / ex_norm 向右为正，pixel_y / ey_norm 向下为正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输入画面没有镜像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移动目标时方向与画面一致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检测结果合理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类别、置信度和跟踪 ID 可解释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目标移除后变 lost / invalid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断相机也不能保留旧检测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SEND OFF 仍能看完整状态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heartbeat、mode、GPS、姿态、速度与 stale 可见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断链恢复不重放动作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connected / control_allowed 正确变化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只读观察不需要开启 SEND。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117">
            <a:extLst xmlns:a="http://schemas.openxmlformats.org/drawingml/2006/main">
              <a:ext uri="{FF2B5EF4-FFF2-40B4-BE49-F238E27FC236}">
                <a16:creationId xmlns:a16="http://schemas.microsoft.com/office/drawing/2014/main" id="{F8F7D61C-B60C-4702-B564-0975744E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投放机构空载</a:t>
            </a:r>
          </a:p>
        </p:txBody>
      </p:sp>
      <p:sp>
        <p:nvSpPr>
          <p:cNvPr id="2" name="text-0118">
            <a:extLst xmlns:a="http://schemas.openxmlformats.org/drawingml/2006/main">
              <a:ext uri="{FF2B5EF4-FFF2-40B4-BE49-F238E27FC236}">
                <a16:creationId xmlns:a16="http://schemas.microsoft.com/office/drawing/2014/main" id="{152A3429-2043-4AD6-8D34-9BBAE78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投放只能走唯一正式链路</a:t>
            </a:r>
          </a:p>
        </p:txBody>
      </p:sp>
      <p:sp>
        <p:nvSpPr>
          <p:cNvPr id="3" name="shape-0119">
            <a:extLst xmlns:a="http://schemas.openxmlformats.org/drawingml/2006/main">
              <a:ext uri="{FF2B5EF4-FFF2-40B4-BE49-F238E27FC236}">
                <a16:creationId xmlns:a16="http://schemas.microsoft.com/office/drawing/2014/main" id="{1BEFAE25-CEDF-4784-865D-AE0384C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0">
            <a:extLst xmlns:a="http://schemas.openxmlformats.org/drawingml/2006/main">
              <a:ext uri="{FF2B5EF4-FFF2-40B4-BE49-F238E27FC236}">
                <a16:creationId xmlns:a16="http://schemas.microsoft.com/office/drawing/2014/main" id="{031C7661-78F5-4F52-A708-730C71E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21">
            <a:extLst xmlns:a="http://schemas.openxmlformats.org/drawingml/2006/main">
              <a:ext uri="{FF2B5EF4-FFF2-40B4-BE49-F238E27FC236}">
                <a16:creationId xmlns:a16="http://schemas.microsoft.com/office/drawing/2014/main" id="{435A5261-0FC0-4629-BF13-257E762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shape-0122">
            <a:extLst xmlns:a="http://schemas.openxmlformats.org/drawingml/2006/main">
              <a:ext uri="{FF2B5EF4-FFF2-40B4-BE49-F238E27FC236}">
                <a16:creationId xmlns:a16="http://schemas.microsoft.com/office/drawing/2014/main" id="{750AA9E3-3D02-4981-A52B-907F536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6743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23">
            <a:extLst xmlns:a="http://schemas.openxmlformats.org/drawingml/2006/main">
              <a:ext uri="{FF2B5EF4-FFF2-40B4-BE49-F238E27FC236}">
                <a16:creationId xmlns:a16="http://schemas.microsoft.com/office/drawing/2014/main" id="{D59362BC-FB8E-4C3A-BA2E-F980B04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text-0124">
            <a:extLst xmlns:a="http://schemas.openxmlformats.org/drawingml/2006/main">
              <a:ext uri="{FF2B5EF4-FFF2-40B4-BE49-F238E27FC236}">
                <a16:creationId xmlns:a16="http://schemas.microsoft.com/office/drawing/2014/main" id="{E1D1C989-BA60-4FD1-B584-64E6B83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hape-0125">
            <a:extLst xmlns:a="http://schemas.openxmlformats.org/drawingml/2006/main">
              <a:ext uri="{FF2B5EF4-FFF2-40B4-BE49-F238E27FC236}">
                <a16:creationId xmlns:a16="http://schemas.microsoft.com/office/drawing/2014/main" id="{2F7A2288-3F45-4AF7-BA6A-AB3F608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hape-0126">
            <a:extLst xmlns:a="http://schemas.openxmlformats.org/drawingml/2006/main">
              <a:ext uri="{FF2B5EF4-FFF2-40B4-BE49-F238E27FC236}">
                <a16:creationId xmlns:a16="http://schemas.microsoft.com/office/drawing/2014/main" id="{29CA6337-BE5D-49E7-8D33-9BC53269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hape-0127">
            <a:extLst xmlns:a="http://schemas.openxmlformats.org/drawingml/2006/main">
              <a:ext uri="{FF2B5EF4-FFF2-40B4-BE49-F238E27FC236}">
                <a16:creationId xmlns:a16="http://schemas.microsoft.com/office/drawing/2014/main" id="{9908D224-7582-4C94-8E36-2272ACD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0128">
            <a:extLst xmlns:a="http://schemas.openxmlformats.org/drawingml/2006/main">
              <a:ext uri="{FF2B5EF4-FFF2-40B4-BE49-F238E27FC236}">
                <a16:creationId xmlns:a16="http://schemas.microsoft.com/office/drawing/2014/main" id="{5280F808-48D9-4534-92AF-E0B86EA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13" name="text-0129">
            <a:extLst xmlns:a="http://schemas.openxmlformats.org/drawingml/2006/main">
              <a:ext uri="{FF2B5EF4-FFF2-40B4-BE49-F238E27FC236}">
                <a16:creationId xmlns:a16="http://schemas.microsoft.com/office/drawing/2014/main" id="{26F8FDE0-559B-4F3E-8A6C-B0F2CF0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payload_release</a:t>
            </a:r>
          </a:p>
        </p:txBody>
      </p:sp>
      <p:sp>
        <p:nvSpPr>
          <p:cNvPr id="14" name="text-0130">
            <a:extLst xmlns:a="http://schemas.openxmlformats.org/drawingml/2006/main">
              <a:ext uri="{FF2B5EF4-FFF2-40B4-BE49-F238E27FC236}">
                <a16:creationId xmlns:a16="http://schemas.microsoft.com/office/drawing/2014/main" id="{0ABF2833-FCD8-49F8-AA06-1D5604A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Dispatcher</a:t>
            </a:r>
          </a:p>
        </p:txBody>
      </p:sp>
      <p:sp>
        <p:nvSpPr>
          <p:cNvPr id="15" name="text-0131">
            <a:extLst xmlns:a="http://schemas.openxmlformats.org/drawingml/2006/main">
              <a:ext uri="{FF2B5EF4-FFF2-40B4-BE49-F238E27FC236}">
                <a16:creationId xmlns:a16="http://schemas.microsoft.com/office/drawing/2014/main" id="{E1ABF152-D5A8-4536-83DD-5EFA9A5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set_servo</a:t>
            </a:r>
          </a:p>
        </p:txBody>
      </p:sp>
      <p:sp>
        <p:nvSpPr>
          <p:cNvPr id="16" name="text-0132">
            <a:extLst xmlns:a="http://schemas.openxmlformats.org/drawingml/2006/main">
              <a:ext uri="{FF2B5EF4-FFF2-40B4-BE49-F238E27FC236}">
                <a16:creationId xmlns:a16="http://schemas.microsoft.com/office/drawing/2014/main" id="{B6CC1CFA-230F-45E2-9818-2222D38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 SERVO</a:t>
            </a:r>
          </a:p>
        </p:txBody>
      </p:sp>
      <p:sp>
        <p:nvSpPr>
          <p:cNvPr id="17" name="text-0133">
            <a:extLst xmlns:a="http://schemas.openxmlformats.org/drawingml/2006/main">
              <a:ext uri="{FF2B5EF4-FFF2-40B4-BE49-F238E27FC236}">
                <a16:creationId xmlns:a16="http://schemas.microsoft.com/office/drawing/2014/main" id="{6F5F9451-80A0-4687-89DD-8A63A69C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MAV_CMD_DO_SET_SERVO</a:t>
            </a:r>
          </a:p>
        </p:txBody>
      </p:sp>
      <p:sp>
        <p:nvSpPr>
          <p:cNvPr id="18" name="text-0134">
            <a:extLst xmlns:a="http://schemas.openxmlformats.org/drawingml/2006/main">
              <a:ext uri="{FF2B5EF4-FFF2-40B4-BE49-F238E27FC236}">
                <a16:creationId xmlns:a16="http://schemas.microsoft.com/office/drawing/2014/main" id="{2B2CE25D-6C09-45D3-8378-28F19C1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payload_release → set_servo → MAV_CMD_DO_SET_SERVO</a:t>
            </a:r>
          </a:p>
        </p:txBody>
      </p:sp>
      <p:sp>
        <p:nvSpPr>
          <p:cNvPr id="19" name="text-0135">
            <a:extLst xmlns:a="http://schemas.openxmlformats.org/drawingml/2006/main">
              <a:ext uri="{FF2B5EF4-FFF2-40B4-BE49-F238E27FC236}">
                <a16:creationId xmlns:a16="http://schemas.microsoft.com/office/drawing/2014/main" id="{DDF8B715-6AC3-4E13-80A2-C46E3F6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005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一次只接一路：保持 → 释放 → 恢复，并检查电流、压降、范围和串扰。</a:t>
            </a:r>
          </a:p>
        </p:txBody>
      </p:sp>
    </p:spTree>
    <p:extLst>
      <p:ext uri="{BB962C8B-B14F-4D97-AF65-F5344CB8AC3E}">
        <p14:creationId xmlns:p14="http://schemas.microsoft.com/office/powerpoint/2010/main" val="980964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无桨故障注入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先注入故障，确认旧状态不会被沿用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遮挡或断开相机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目标立即失效，不继续视觉动作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停止 yolo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app 不沿用旧感知结果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断开 telemetry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状态变 stale，control disallowed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Stop / Reset / 失败退出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连续命令和旧目标都被清理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zero / stop 实发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必须先在 SITL 验证，再进入台架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新手不要在台架上临时开启完整任务实发。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人工首飞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第一次飞行只由飞手完成五个动作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起飞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确认供电、姿态与人工操纵正常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定高悬停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观察振动、定位和供电稳定性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小范围平移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核对 telemetry 方向与速度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低速转向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检查相机、网络与检测延迟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人工降落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落地后关闭系统并保存全部记录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系统 SEND 保持 OFF；RK3588 只记录 telemetry、视频、YOLO 与 blackbox。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首飞复盘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硬件与记录稳定，才允许进入自动动作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没有掉电或重启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RK3588、飞控和相机全程在线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电压与温度正常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DC-DC、连接器和电池没有异常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网络、存储和日志稳定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无持续断链、写满或文件缺失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画面质量可接受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振动、延迟、丢帧和检测可用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 与实际一致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方向、高度和速度可对照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重心仍然安全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满载布局与模拟释放后均可控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出现硬件、电源、姿态或人工操纵问题时，不得测试自动动作。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117">
            <a:extLst xmlns:a="http://schemas.openxmlformats.org/drawingml/2006/main">
              <a:ext uri="{FF2B5EF4-FFF2-40B4-BE49-F238E27FC236}">
                <a16:creationId xmlns:a16="http://schemas.microsoft.com/office/drawing/2014/main" id="{F8F7D61C-B60C-4702-B564-0975744E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比赛场地初始化</a:t>
            </a:r>
          </a:p>
        </p:txBody>
      </p:sp>
      <p:sp>
        <p:nvSpPr>
          <p:cNvPr id="2" name="text-0118">
            <a:extLst xmlns:a="http://schemas.openxmlformats.org/drawingml/2006/main">
              <a:ext uri="{FF2B5EF4-FFF2-40B4-BE49-F238E27FC236}">
                <a16:creationId xmlns:a16="http://schemas.microsoft.com/office/drawing/2014/main" id="{152A3429-2043-4AD6-8D34-9BBAE78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A→B 只定义 FIELD +Y，不创建 LOCAL_NED 原点</a:t>
            </a:r>
          </a:p>
        </p:txBody>
      </p:sp>
      <p:sp>
        <p:nvSpPr>
          <p:cNvPr id="3" name="shape-0119">
            <a:extLst xmlns:a="http://schemas.openxmlformats.org/drawingml/2006/main">
              <a:ext uri="{FF2B5EF4-FFF2-40B4-BE49-F238E27FC236}">
                <a16:creationId xmlns:a16="http://schemas.microsoft.com/office/drawing/2014/main" id="{1BEFAE25-CEDF-4784-865D-AE0384C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0">
            <a:extLst xmlns:a="http://schemas.openxmlformats.org/drawingml/2006/main">
              <a:ext uri="{FF2B5EF4-FFF2-40B4-BE49-F238E27FC236}">
                <a16:creationId xmlns:a16="http://schemas.microsoft.com/office/drawing/2014/main" id="{031C7661-78F5-4F52-A708-730C71E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21">
            <a:extLst xmlns:a="http://schemas.openxmlformats.org/drawingml/2006/main">
              <a:ext uri="{FF2B5EF4-FFF2-40B4-BE49-F238E27FC236}">
                <a16:creationId xmlns:a16="http://schemas.microsoft.com/office/drawing/2014/main" id="{435A5261-0FC0-4629-BF13-257E762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shape-0122">
            <a:extLst xmlns:a="http://schemas.openxmlformats.org/drawingml/2006/main">
              <a:ext uri="{FF2B5EF4-FFF2-40B4-BE49-F238E27FC236}">
                <a16:creationId xmlns:a16="http://schemas.microsoft.com/office/drawing/2014/main" id="{750AA9E3-3D02-4981-A52B-907F536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6743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23">
            <a:extLst xmlns:a="http://schemas.openxmlformats.org/drawingml/2006/main">
              <a:ext uri="{FF2B5EF4-FFF2-40B4-BE49-F238E27FC236}">
                <a16:creationId xmlns:a16="http://schemas.microsoft.com/office/drawing/2014/main" id="{D59362BC-FB8E-4C3A-BA2E-F980B04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text-0124">
            <a:extLst xmlns:a="http://schemas.openxmlformats.org/drawingml/2006/main">
              <a:ext uri="{FF2B5EF4-FFF2-40B4-BE49-F238E27FC236}">
                <a16:creationId xmlns:a16="http://schemas.microsoft.com/office/drawing/2014/main" id="{E1D1C989-BA60-4FD1-B584-64E6B83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hape-0125">
            <a:extLst xmlns:a="http://schemas.openxmlformats.org/drawingml/2006/main">
              <a:ext uri="{FF2B5EF4-FFF2-40B4-BE49-F238E27FC236}">
                <a16:creationId xmlns:a16="http://schemas.microsoft.com/office/drawing/2014/main" id="{2F7A2288-3F45-4AF7-BA6A-AB3F608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hape-0126">
            <a:extLst xmlns:a="http://schemas.openxmlformats.org/drawingml/2006/main">
              <a:ext uri="{FF2B5EF4-FFF2-40B4-BE49-F238E27FC236}">
                <a16:creationId xmlns:a16="http://schemas.microsoft.com/office/drawing/2014/main" id="{29CA6337-BE5D-49E7-8D33-9BC53269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hape-0127">
            <a:extLst xmlns:a="http://schemas.openxmlformats.org/drawingml/2006/main">
              <a:ext uri="{FF2B5EF4-FFF2-40B4-BE49-F238E27FC236}">
                <a16:creationId xmlns:a16="http://schemas.microsoft.com/office/drawing/2014/main" id="{9908D224-7582-4C94-8E36-2272ACD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0128">
            <a:extLst xmlns:a="http://schemas.openxmlformats.org/drawingml/2006/main">
              <a:ext uri="{FF2B5EF4-FFF2-40B4-BE49-F238E27FC236}">
                <a16:creationId xmlns:a16="http://schemas.microsoft.com/office/drawing/2014/main" id="{5280F808-48D9-4534-92AF-E0B86EA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text-0129">
            <a:extLst xmlns:a="http://schemas.openxmlformats.org/drawingml/2006/main">
              <a:ext uri="{FF2B5EF4-FFF2-40B4-BE49-F238E27FC236}">
                <a16:creationId xmlns:a16="http://schemas.microsoft.com/office/drawing/2014/main" id="{26F8FDE0-559B-4F3E-8A6C-B0F2CF0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起飞点静止采样</a:t>
            </a:r>
          </a:p>
        </p:txBody>
      </p:sp>
      <p:sp>
        <p:nvSpPr>
          <p:cNvPr id="14" name="text-0130">
            <a:extLst xmlns:a="http://schemas.openxmlformats.org/drawingml/2006/main">
              <a:ext uri="{FF2B5EF4-FFF2-40B4-BE49-F238E27FC236}">
                <a16:creationId xmlns:a16="http://schemas.microsoft.com/office/drawing/2014/main" id="{0ABF2833-FCD8-49F8-AA06-1D5604A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A→B</a:t>
            </a:r>
          </a:p>
        </p:txBody>
      </p:sp>
      <p:sp>
        <p:nvSpPr>
          <p:cNvPr id="15" name="text-0131">
            <a:extLst xmlns:a="http://schemas.openxmlformats.org/drawingml/2006/main">
              <a:ext uri="{FF2B5EF4-FFF2-40B4-BE49-F238E27FC236}">
                <a16:creationId xmlns:a16="http://schemas.microsoft.com/office/drawing/2014/main" id="{E1ABF152-D5A8-4536-83DD-5EFA9A5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本场 FIELD +Y heading</a:t>
            </a:r>
          </a:p>
        </p:txBody>
      </p:sp>
      <p:sp>
        <p:nvSpPr>
          <p:cNvPr id="16" name="text-0132">
            <a:extLst xmlns:a="http://schemas.openxmlformats.org/drawingml/2006/main">
              <a:ext uri="{FF2B5EF4-FFF2-40B4-BE49-F238E27FC236}">
                <a16:creationId xmlns:a16="http://schemas.microsoft.com/office/drawing/2014/main" id="{B6CC1CFA-230F-45E2-9818-2222D38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任务几何</a:t>
            </a:r>
          </a:p>
        </p:txBody>
      </p:sp>
      <p:sp>
        <p:nvSpPr>
          <p:cNvPr id="17" name="text-0133">
            <a:extLst xmlns:a="http://schemas.openxmlformats.org/drawingml/2006/main">
              <a:ext uri="{FF2B5EF4-FFF2-40B4-BE49-F238E27FC236}">
                <a16:creationId xmlns:a16="http://schemas.microsoft.com/office/drawing/2014/main" id="{6F5F9451-80A0-4687-89DD-8A63A69C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FIELD→GPS / GLOBAL</a:t>
            </a:r>
          </a:p>
        </p:txBody>
      </p:sp>
      <p:sp>
        <p:nvSpPr>
          <p:cNvPr id="18" name="text-0134">
            <a:extLst xmlns:a="http://schemas.openxmlformats.org/drawingml/2006/main">
              <a:ext uri="{FF2B5EF4-FFF2-40B4-BE49-F238E27FC236}">
                <a16:creationId xmlns:a16="http://schemas.microsoft.com/office/drawing/2014/main" id="{2B2CE25D-6C09-45D3-8378-28F19C1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schema v3 runtime binding：A 是动态 GPS 原点，B 是前向标记</a:t>
            </a:r>
          </a:p>
        </p:txBody>
      </p:sp>
      <p:sp>
        <p:nvSpPr>
          <p:cNvPr id="19" name="text-0135">
            <a:extLst xmlns:a="http://schemas.openxmlformats.org/drawingml/2006/main">
              <a:ext uri="{FF2B5EF4-FFF2-40B4-BE49-F238E27FC236}">
                <a16:creationId xmlns:a16="http://schemas.microsoft.com/office/drawing/2014/main" id="{DDF8B715-6AC3-4E13-80A2-C46E3F6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005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 不是 GPS Home 或 EKF Origin；FIELD 原点只服务本次比赛任务几何。</a:t>
            </a:r>
          </a:p>
        </p:txBody>
      </p:sp>
    </p:spTree>
    <p:extLst>
      <p:ext uri="{BB962C8B-B14F-4D97-AF65-F5344CB8AC3E}">
        <p14:creationId xmlns:p14="http://schemas.microsoft.com/office/powerpoint/2010/main" val="9809648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采样前检查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Setup 开始前必须同时满足六项条件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飞机位于正式起飞点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机体保持静止，不在采样中移动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GPS 质量满足 profile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fix、卫星数、EPH 和 EPV 合格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forward marker 已复核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纬度和经度由两人确认，顺序无误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Web UI 可读 telemetry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状态持续更新，没有 stale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SEND 保持 OFF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初始化阶段不允许自动动作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当前版本已记录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profile、Mission、配置和 commit 可追溯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任何地址、方向或 GPS 质量不确定时先停。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Web UI 初始化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按七步建立 Field Reference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 forward marker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填写 B 点纬度和经度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 runtime sampling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飞机保持静止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观察样本状态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accepted / rejected / duplicate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检查质量指标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离散度、baseline、heading 与 warning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核对地图预览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投放区、侦察区与扫描航点方向正确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等待自动 finalize / apply / freeze；07 确认 confirmed、synced、frozen。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阈值与 Reset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阈值不满足就 Reset，不能绕过 preflight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marker / 经纬度不确定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重新由两人核对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GPS 质量不满足阈值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先解决 fix、卫星数、EPH / EPV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机体移动 / 离散度过大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重新静止采样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A→B baseline 太短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重新确认前向标记位置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地图方向或几何不一致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排除参照错误后重建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当前模板通常 ≥20 个样本、12 秒、水平离散度 ≤1 m；以 competition_runtime_v3.json 为准。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分级自动 A—C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先验证方向与低风险 Action，再测起降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人工飞行验证 FIELD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SEND OFF，比较地图、GLOBAL / LOCAL 与真实方向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定义测试动作与停止条件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飞手接管和操作员职责明确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单个低速 Action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一次只改变一个变量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自动起飞分项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不串联识别、投放或完整 Mission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自动降落分项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单独验证，完成后关闭 SEND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每项完成后保存日志并复盘；方向不一致立即重建 Field Reference。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分级自动 D—F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无载荷视觉通过后，才进入投放与完整任务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正式载荷不安装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断开机构或使用安全模拟件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扫描与目标锁定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验证识别、对准和跟踪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下降与丢目标停止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确认停止动作和 LAND 兜底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投放逐级加风险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按五级顺序验证，不跨级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完整比赛任务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所有分项通过后才允许实飞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完整任务先 SEND OFF 干跑，再用保守参数并由第二人复核。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投放分项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投放风险一次只升一级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实飞但输出断开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验证任务逻辑，不驱动机构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落地后空载 SERVO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确认通道、方向、PWM 与机械范围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携带安全模拟载荷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只在隔离区域验证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单路正式机构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完成一次受控投放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两路顺序投放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确认不串扰、不重复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Mission 失败、重试和 jump_to 都不得重复释放已经投放的载荷。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136">
            <a:extLst xmlns:a="http://schemas.openxmlformats.org/drawingml/2006/main">
              <a:ext uri="{FF2B5EF4-FFF2-40B4-BE49-F238E27FC236}">
                <a16:creationId xmlns:a16="http://schemas.microsoft.com/office/drawing/2014/main" id="{08309B5C-F6BB-4890-BADB-7ACC952B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完整任务门禁</a:t>
            </a:r>
          </a:p>
        </p:txBody>
      </p:sp>
      <p:sp>
        <p:nvSpPr>
          <p:cNvPr id="2" name="text-0137">
            <a:extLst xmlns:a="http://schemas.openxmlformats.org/drawingml/2006/main">
              <a:ext uri="{FF2B5EF4-FFF2-40B4-BE49-F238E27FC236}">
                <a16:creationId xmlns:a16="http://schemas.microsoft.com/office/drawing/2014/main" id="{698BE7BE-ED9D-4788-B44B-F41D4BB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完整任务必须通过 REAL run 授权门禁</a:t>
            </a:r>
          </a:p>
        </p:txBody>
      </p:sp>
      <p:sp>
        <p:nvSpPr>
          <p:cNvPr id="3" name="shape-0138">
            <a:extLst xmlns:a="http://schemas.openxmlformats.org/drawingml/2006/main">
              <a:ext uri="{FF2B5EF4-FFF2-40B4-BE49-F238E27FC236}">
                <a16:creationId xmlns:a16="http://schemas.microsoft.com/office/drawing/2014/main" id="{8E30E100-3144-4F4D-AA0E-37C6F33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39">
            <a:extLst xmlns:a="http://schemas.openxmlformats.org/drawingml/2006/main">
              <a:ext uri="{FF2B5EF4-FFF2-40B4-BE49-F238E27FC236}">
                <a16:creationId xmlns:a16="http://schemas.microsoft.com/office/drawing/2014/main" id="{690414E8-AE1C-4B56-8BD3-E96E5552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40">
            <a:extLst xmlns:a="http://schemas.openxmlformats.org/drawingml/2006/main">
              <a:ext uri="{FF2B5EF4-FFF2-40B4-BE49-F238E27FC236}">
                <a16:creationId xmlns:a16="http://schemas.microsoft.com/office/drawing/2014/main" id="{C1AB8193-8159-4BB6-80AD-DC0E8DE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shape-0141">
            <a:extLst xmlns:a="http://schemas.openxmlformats.org/drawingml/2006/main">
              <a:ext uri="{FF2B5EF4-FFF2-40B4-BE49-F238E27FC236}">
                <a16:creationId xmlns:a16="http://schemas.microsoft.com/office/drawing/2014/main" id="{08CA7892-72BB-48CE-A6C3-78DBF8B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6291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42">
            <a:extLst xmlns:a="http://schemas.openxmlformats.org/drawingml/2006/main">
              <a:ext uri="{FF2B5EF4-FFF2-40B4-BE49-F238E27FC236}">
                <a16:creationId xmlns:a16="http://schemas.microsoft.com/office/drawing/2014/main" id="{C806F8B6-7551-47D8-A6BF-A4826E42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仅限批准实飞</a:t>
            </a:r>
          </a:p>
        </p:txBody>
      </p:sp>
      <p:sp>
        <p:nvSpPr>
          <p:cNvPr id="8" name="text-0143">
            <a:extLst xmlns:a="http://schemas.openxmlformats.org/drawingml/2006/main">
              <a:ext uri="{FF2B5EF4-FFF2-40B4-BE49-F238E27FC236}">
                <a16:creationId xmlns:a16="http://schemas.microsoft.com/office/drawing/2014/main" id="{D79F273D-C5AC-4E9A-BC3E-7156CBF5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019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 SEND OFF 完整干跑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保守参数实飞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单次批准 REAL run</a:t>
            </a:r>
          </a:p>
        </p:txBody>
      </p:sp>
      <p:sp>
        <p:nvSpPr>
          <p:cNvPr id="9" name="shape-0144">
            <a:extLst xmlns:a="http://schemas.openxmlformats.org/drawingml/2006/main">
              <a:ext uri="{FF2B5EF4-FFF2-40B4-BE49-F238E27FC236}">
                <a16:creationId xmlns:a16="http://schemas.microsoft.com/office/drawing/2014/main" id="{424F80E0-43AE-408E-A82E-CF72756E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45">
            <a:extLst xmlns:a="http://schemas.openxmlformats.org/drawingml/2006/main">
              <a:ext uri="{FF2B5EF4-FFF2-40B4-BE49-F238E27FC236}">
                <a16:creationId xmlns:a16="http://schemas.microsoft.com/office/drawing/2014/main" id="{B91BA991-3603-469F-A584-69C2EAB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本次 Action / Mission 必须有 REAL run 授权</a:t>
            </a:r>
          </a:p>
        </p:txBody>
      </p:sp>
      <p:sp>
        <p:nvSpPr>
          <p:cNvPr id="11" name="text-0146">
            <a:extLst xmlns:a="http://schemas.openxmlformats.org/drawingml/2006/main">
              <a:ext uri="{FF2B5EF4-FFF2-40B4-BE49-F238E27FC236}">
                <a16:creationId xmlns:a16="http://schemas.microsoft.com/office/drawing/2014/main" id="{2D4949F4-C1E7-4F55-9C50-A9724EA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开启前五项全绿</a:t>
            </a:r>
          </a:p>
        </p:txBody>
      </p:sp>
      <p:sp>
        <p:nvSpPr>
          <p:cNvPr id="12" name="shape-0147">
            <a:extLst xmlns:a="http://schemas.openxmlformats.org/drawingml/2006/main">
              <a:ext uri="{FF2B5EF4-FFF2-40B4-BE49-F238E27FC236}">
                <a16:creationId xmlns:a16="http://schemas.microsoft.com/office/drawing/2014/main" id="{9238433D-1C1C-496E-BD86-B029329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148">
            <a:extLst xmlns:a="http://schemas.openxmlformats.org/drawingml/2006/main">
              <a:ext uri="{FF2B5EF4-FFF2-40B4-BE49-F238E27FC236}">
                <a16:creationId xmlns:a16="http://schemas.microsoft.com/office/drawing/2014/main" id="{DA5519F6-1FF5-4FC4-AFE7-AF5DFFD3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所有分项与失败路径已有日志</a:t>
            </a:r>
          </a:p>
        </p:txBody>
      </p:sp>
      <p:sp>
        <p:nvSpPr>
          <p:cNvPr id="14" name="shape-0149">
            <a:extLst xmlns:a="http://schemas.openxmlformats.org/drawingml/2006/main">
              <a:ext uri="{FF2B5EF4-FFF2-40B4-BE49-F238E27FC236}">
                <a16:creationId xmlns:a16="http://schemas.microsoft.com/office/drawing/2014/main" id="{FA3A1B29-648A-437D-BA07-4ABB0D6B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50">
            <a:extLst xmlns:a="http://schemas.openxmlformats.org/drawingml/2006/main">
              <a:ext uri="{FF2B5EF4-FFF2-40B4-BE49-F238E27FC236}">
                <a16:creationId xmlns:a16="http://schemas.microsoft.com/office/drawing/2014/main" id="{5F4C0277-1A75-4F9C-9825-3644D31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confirmed / synced / frozen</a:t>
            </a:r>
          </a:p>
        </p:txBody>
      </p:sp>
      <p:sp>
        <p:nvSpPr>
          <p:cNvPr id="16" name="shape-0151">
            <a:extLst xmlns:a="http://schemas.openxmlformats.org/drawingml/2006/main">
              <a:ext uri="{FF2B5EF4-FFF2-40B4-BE49-F238E27FC236}">
                <a16:creationId xmlns:a16="http://schemas.microsoft.com/office/drawing/2014/main" id="{64608E35-A77C-428C-A745-D18B3DE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152">
            <a:extLst xmlns:a="http://schemas.openxmlformats.org/drawingml/2006/main">
              <a:ext uri="{FF2B5EF4-FFF2-40B4-BE49-F238E27FC236}">
                <a16:creationId xmlns:a16="http://schemas.microsoft.com/office/drawing/2014/main" id="{2F86603F-9555-4106-803C-64F97F3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速度、高度与场地 profile 已复核</a:t>
            </a:r>
          </a:p>
        </p:txBody>
      </p:sp>
      <p:sp>
        <p:nvSpPr>
          <p:cNvPr id="18" name="shape-0153">
            <a:extLst xmlns:a="http://schemas.openxmlformats.org/drawingml/2006/main">
              <a:ext uri="{FF2B5EF4-FFF2-40B4-BE49-F238E27FC236}">
                <a16:creationId xmlns:a16="http://schemas.microsoft.com/office/drawing/2014/main" id="{91231322-96DC-428E-AB83-7AAE45B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54">
            <a:extLst xmlns:a="http://schemas.openxmlformats.org/drawingml/2006/main">
              <a:ext uri="{FF2B5EF4-FFF2-40B4-BE49-F238E27FC236}">
                <a16:creationId xmlns:a16="http://schemas.microsoft.com/office/drawing/2014/main" id="{BECA4868-58D9-4E5B-BAF9-421C9C2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两路 SERVO 输出与 PWM 已实测</a:t>
            </a:r>
          </a:p>
        </p:txBody>
      </p:sp>
      <p:sp>
        <p:nvSpPr>
          <p:cNvPr id="20" name="shape-0155">
            <a:extLst xmlns:a="http://schemas.openxmlformats.org/drawingml/2006/main">
              <a:ext uri="{FF2B5EF4-FFF2-40B4-BE49-F238E27FC236}">
                <a16:creationId xmlns:a16="http://schemas.microsoft.com/office/drawing/2014/main" id="{4F8FC638-1F27-4DAE-814B-C5076E3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156">
            <a:extLst xmlns:a="http://schemas.openxmlformats.org/drawingml/2006/main">
              <a:ext uri="{FF2B5EF4-FFF2-40B4-BE49-F238E27FC236}">
                <a16:creationId xmlns:a16="http://schemas.microsoft.com/office/drawing/2014/main" id="{09A502CA-07E4-4296-B655-DE719C9F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飞手接管与停止条件已经口头确认</a:t>
            </a:r>
          </a:p>
        </p:txBody>
      </p:sp>
      <p:sp>
        <p:nvSpPr>
          <p:cNvPr id="22" name="shape-0157">
            <a:extLst xmlns:a="http://schemas.openxmlformats.org/drawingml/2006/main">
              <a:ext uri="{FF2B5EF4-FFF2-40B4-BE49-F238E27FC236}">
                <a16:creationId xmlns:a16="http://schemas.microsoft.com/office/drawing/2014/main" id="{F02B4470-2C16-4A81-B246-8A3BE55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72100"/>
            <a:ext cx="525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58">
            <a:extLst xmlns:a="http://schemas.openxmlformats.org/drawingml/2006/main">
              <a:ext uri="{FF2B5EF4-FFF2-40B4-BE49-F238E27FC236}">
                <a16:creationId xmlns:a16="http://schemas.microsoft.com/office/drawing/2014/main" id="{2C398185-C437-4A33-8266-1278CDB5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8640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rescue_2026_full_auto_v2.json、参数和恢复路径必须由第二人复核。</a:t>
            </a:r>
          </a:p>
        </p:txBody>
      </p:sp>
    </p:spTree>
    <p:extLst>
      <p:ext uri="{BB962C8B-B14F-4D97-AF65-F5344CB8AC3E}">
        <p14:creationId xmlns:p14="http://schemas.microsoft.com/office/powerpoint/2010/main" val="17861297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自动动作前口令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七句口令必须逐项回答，不能默认通过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场地净空？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人员和障碍物均在安全区外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飞手已接管待命？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遥控器与模式可立即接管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动作和停止条件明确？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本次只验证一个目标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Reference 正确？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方向、地图和冻结状态已复核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速度、高度和目标已复核？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保守参数与场地一致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SEND 与 REAL run 授权明确？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指定操作员控制门禁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最后确认：日志正在记录。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立即终止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出现任何一项，立即终止并由飞手接管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姿态、方向、高度或运动异常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不等待系统自行恢复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 / GPS / EKF 异常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stale 或网络反复断开也要停止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相机 / YOLO 丢失仍在运动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立即切断自动任务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RK3588、飞控或相机重启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终止本次 run 并落地复盘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人员进入安全区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优先保障现场人员安全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任何岗位喊停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飞手、观察员或操作员均有停止权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停止 app 只能作为辅助路径，不能作为唯一急停手段。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比赛日人员分工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关键阶段，飞手只负责飞行与接管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飞手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遥控器、最终接管与飞行决策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Web 操作员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场地初始化、Action 与 Mission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硬件负责人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电池、接线、固定与投放机构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观察员 / 安全员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场地净空、风险观察与喊停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复核员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配置、参数、版本与清单复核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飞手不应在关键飞行阶段同时低头操作网页。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到场前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版本、记录和备件必须在出发前冻结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版本已冻结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commit、模型、实机 profile 与 Mission 已记录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Mission 校验通过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python scripts/validate_action_missions.py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验证记录完整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SITL、无载荷实飞和故障注入可追溯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配置与日志已备份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飞控参数和 RK3588 配置可恢复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工具与备件齐全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电池、备用桨、线材、工具、模拟载荷和网络设备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没有来源不明改动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板端状态与记录一致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到场后只做已批准的、可追溯的修改。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整机与只读状态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上电后先完成机械、电源与只读链路检查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机架与重心正常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电机、桨、紧固件和载荷布局已检查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关键设备固定可靠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RK3588、飞控、GPS、相机与投放机构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供电链路无损伤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电池、DC-DC 和连接器无过热痕迹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人工接管链路正常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遥控器、地面站、模式与 failsafe 已检查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上电后 SEND OFF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executor.send_commands: false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只读数据稳定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app / yolo、Web、视频、检测和 telemetry 更新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当前 Mission 必须是经批准的完整或分项模板。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FIELD 与 Mission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方向、几何和任务参数必须完成第二人复核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飞机静止在正式起飞点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 点采样位置准确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forward marker 双人复核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B 点经纬度顺序正确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样本与 baseline 合格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数量、质量、离散度均满足 profile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地图几何与现场一致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前向、投放区和侦察区方向正确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confirmed / synced / frozen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三个状态均为 true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高度与速度参数正确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起飞、阶段、返航与视觉降落目标已复核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两路 payload、SERVO / PWM、失败恢复与日志准备也必须逐项确认。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开启前与任务后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自动动作前口头确认，任务后先关 SEND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全员口头确认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飞手、操作员、观察员和复核员全部同意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现场条件允许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净空、天气、空域和 GPS 条件合格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门禁由指定人员控制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系统 SEND 与本次 run 授权明确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任务后先关闭 SEND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再停止或重置 Mission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断电后处理载荷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飞机断电后再触碰机构和接线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保存并记录全部结果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app、yolo、blackbox、飞控、录像、异常和配置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复盘完成前，不要同时修改多个参数再次起飞。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现场故障第一步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先固化现场状态，再读取健康与日志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立即执行固定动作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关闭 SEND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停止 Mission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实机拆桨并移除载荷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记录故障时间与最近改动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git status --short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读取健康与关键日志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bash scripts/healthcheck/check_rk3588.sh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systemctl --user --no-pager --full status \</a:t>
            </a:r>
          </a:p>
          <a:p xmlns:a="http://schemas.openxmlformats.org/drawingml/2006/main">
            <a:r>
              <a:t>  uav-app.service uav-yolo.service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journalctl --user -u uav-app.service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-n 150 --no-pager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不要删除日志或覆盖配置；必要时再查 yolo 日志、端口与 Mission 校验。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056">
            <a:extLst xmlns:a="http://schemas.openxmlformats.org/drawingml/2006/main">
              <a:ext uri="{FF2B5EF4-FFF2-40B4-BE49-F238E27FC236}">
                <a16:creationId xmlns:a16="http://schemas.microsoft.com/office/drawing/2014/main" id="{4D66AAD1-05BF-4EB3-8D0F-79F20D50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现场故障分支</a:t>
            </a:r>
          </a:p>
        </p:txBody>
      </p:sp>
      <p:sp>
        <p:nvSpPr>
          <p:cNvPr id="2" name="text-0057">
            <a:extLst xmlns:a="http://schemas.openxmlformats.org/drawingml/2006/main">
              <a:ext uri="{FF2B5EF4-FFF2-40B4-BE49-F238E27FC236}">
                <a16:creationId xmlns:a16="http://schemas.microsoft.com/office/drawing/2014/main" id="{0376D244-4FD1-42E9-9B2A-55523F6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先查证据；高风险不确定性立即停手</a:t>
            </a:r>
          </a:p>
        </p:txBody>
      </p:sp>
      <p:sp>
        <p:nvSpPr>
          <p:cNvPr id="3" name="shape-0058">
            <a:extLst xmlns:a="http://schemas.openxmlformats.org/drawingml/2006/main">
              <a:ext uri="{FF2B5EF4-FFF2-40B4-BE49-F238E27FC236}">
                <a16:creationId xmlns:a16="http://schemas.microsoft.com/office/drawing/2014/main" id="{D8457461-BD4A-420C-B022-D24EE6FA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9">
            <a:extLst xmlns:a="http://schemas.openxmlformats.org/drawingml/2006/main">
              <a:ext uri="{FF2B5EF4-FFF2-40B4-BE49-F238E27FC236}">
                <a16:creationId xmlns:a16="http://schemas.microsoft.com/office/drawing/2014/main" id="{E7FD0DB1-97B9-4925-8E6F-D672E49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060">
            <a:extLst xmlns:a="http://schemas.openxmlformats.org/drawingml/2006/main">
              <a:ext uri="{FF2B5EF4-FFF2-40B4-BE49-F238E27FC236}">
                <a16:creationId xmlns:a16="http://schemas.microsoft.com/office/drawing/2014/main" id="{33442E79-DA43-488D-8C1D-6C5A82F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text-0061">
            <a:extLst xmlns:a="http://schemas.openxmlformats.org/drawingml/2006/main">
              <a:ext uri="{FF2B5EF4-FFF2-40B4-BE49-F238E27FC236}">
                <a16:creationId xmlns:a16="http://schemas.microsoft.com/office/drawing/2014/main" id="{005A62C3-CE1C-4969-B026-8FDA729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62">
            <a:extLst xmlns:a="http://schemas.openxmlformats.org/drawingml/2006/main">
              <a:ext uri="{FF2B5EF4-FFF2-40B4-BE49-F238E27FC236}">
                <a16:creationId xmlns:a16="http://schemas.microsoft.com/office/drawing/2014/main" id="{384BEA5E-73DD-48DD-8672-706A73A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/ Action 不启动</a:t>
            </a:r>
          </a:p>
        </p:txBody>
      </p:sp>
      <p:sp>
        <p:nvSpPr>
          <p:cNvPr id="8" name="text-0063">
            <a:extLst xmlns:a="http://schemas.openxmlformats.org/drawingml/2006/main">
              <a:ext uri="{FF2B5EF4-FFF2-40B4-BE49-F238E27FC236}">
                <a16:creationId xmlns:a16="http://schemas.microsoft.com/office/drawing/2014/main" id="{9F374021-AF9F-45DC-AA0B-AB1DE75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核对 marker、经纬度与 GPS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样本、离散度与 baseline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读取 app reason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检查 Field、stale、参数、模板与 SEND</a:t>
            </a:r>
          </a:p>
        </p:txBody>
      </p:sp>
      <p:sp>
        <p:nvSpPr>
          <p:cNvPr id="9" name="shape-0064">
            <a:extLst xmlns:a="http://schemas.openxmlformats.org/drawingml/2006/main">
              <a:ext uri="{FF2B5EF4-FFF2-40B4-BE49-F238E27FC236}">
                <a16:creationId xmlns:a16="http://schemas.microsoft.com/office/drawing/2014/main" id="{0696DCD6-04D1-460B-A0C6-9FD6C93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065">
            <a:extLst xmlns:a="http://schemas.openxmlformats.org/drawingml/2006/main">
              <a:ext uri="{FF2B5EF4-FFF2-40B4-BE49-F238E27FC236}">
                <a16:creationId xmlns:a16="http://schemas.microsoft.com/office/drawing/2014/main" id="{8AA5B509-95CE-43A3-B18A-FBF9C91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先读 reason，不绕过 preflight</a:t>
            </a:r>
          </a:p>
        </p:txBody>
      </p:sp>
      <p:sp>
        <p:nvSpPr>
          <p:cNvPr id="11" name="shape-0066">
            <a:extLst xmlns:a="http://schemas.openxmlformats.org/drawingml/2006/main">
              <a:ext uri="{FF2B5EF4-FFF2-40B4-BE49-F238E27FC236}">
                <a16:creationId xmlns:a16="http://schemas.microsoft.com/office/drawing/2014/main" id="{E9E20C91-D68E-48EE-9B99-63239849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14288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67">
            <a:extLst xmlns:a="http://schemas.openxmlformats.org/drawingml/2006/main">
              <a:ext uri="{FF2B5EF4-FFF2-40B4-BE49-F238E27FC236}">
                <a16:creationId xmlns:a16="http://schemas.microsoft.com/office/drawing/2014/main" id="{5D5E902B-0475-499B-B7FC-5799623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068">
            <a:extLst xmlns:a="http://schemas.openxmlformats.org/drawingml/2006/main">
              <a:ext uri="{FF2B5EF4-FFF2-40B4-BE49-F238E27FC236}">
                <a16:creationId xmlns:a16="http://schemas.microsoft.com/office/drawing/2014/main" id="{E7A314E1-6B4B-4113-8568-079F47B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SERVO 与必须停手项</a:t>
            </a:r>
          </a:p>
        </p:txBody>
      </p:sp>
      <p:sp>
        <p:nvSpPr>
          <p:cNvPr id="14" name="text-0069">
            <a:extLst xmlns:a="http://schemas.openxmlformats.org/drawingml/2006/main">
              <a:ext uri="{FF2B5EF4-FFF2-40B4-BE49-F238E27FC236}">
                <a16:creationId xmlns:a16="http://schemas.microsoft.com/office/drawing/2014/main" id="{8CB5C023-F868-454B-B933-4936734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断开载荷，核对飞控 SERVO 输出；只做单路空载标定。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供电、极性、共地、引脚、过热或运动方向不确定时保持断电。</a:t>
            </a:r>
          </a:p>
        </p:txBody>
      </p:sp>
      <p:sp>
        <p:nvSpPr>
          <p:cNvPr id="15" name="shape-0070">
            <a:extLst xmlns:a="http://schemas.openxmlformats.org/drawingml/2006/main">
              <a:ext uri="{FF2B5EF4-FFF2-40B4-BE49-F238E27FC236}">
                <a16:creationId xmlns:a16="http://schemas.microsoft.com/office/drawing/2014/main" id="{72EDF812-0232-4927-87BF-D2CA64E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071">
            <a:extLst xmlns:a="http://schemas.openxmlformats.org/drawingml/2006/main">
              <a:ext uri="{FF2B5EF4-FFF2-40B4-BE49-F238E27FC236}">
                <a16:creationId xmlns:a16="http://schemas.microsoft.com/office/drawing/2014/main" id="{D2C5658C-7B34-4701-9A05-01E25DE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48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-0072">
            <a:extLst xmlns:a="http://schemas.openxmlformats.org/drawingml/2006/main">
              <a:ext uri="{FF2B5EF4-FFF2-40B4-BE49-F238E27FC236}">
                <a16:creationId xmlns:a16="http://schemas.microsoft.com/office/drawing/2014/main" id="{D405A332-F566-44C8-8693-F6C28FE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禁止 RC override</a:t>
            </a:r>
          </a:p>
        </p:txBody>
      </p:sp>
      <p:sp>
        <p:nvSpPr>
          <p:cNvPr id="18" name="shape-0073">
            <a:extLst xmlns:a="http://schemas.openxmlformats.org/drawingml/2006/main">
              <a:ext uri="{FF2B5EF4-FFF2-40B4-BE49-F238E27FC236}">
                <a16:creationId xmlns:a16="http://schemas.microsoft.com/office/drawing/2014/main" id="{F86319D2-5537-47E1-9EA5-1E5CB20A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074">
            <a:extLst xmlns:a="http://schemas.openxmlformats.org/drawingml/2006/main">
              <a:ext uri="{FF2B5EF4-FFF2-40B4-BE49-F238E27FC236}">
                <a16:creationId xmlns:a16="http://schemas.microsoft.com/office/drawing/2014/main" id="{C91C89C3-D618-4979-844D-01580E2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149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075">
            <a:extLst xmlns:a="http://schemas.openxmlformats.org/drawingml/2006/main">
              <a:ext uri="{FF2B5EF4-FFF2-40B4-BE49-F238E27FC236}">
                <a16:creationId xmlns:a16="http://schemas.microsoft.com/office/drawing/2014/main" id="{4A25B370-8AB5-408B-8E8C-C18508FC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禁止直接 pymavlink 绕过链路</a:t>
            </a:r>
          </a:p>
        </p:txBody>
      </p:sp>
    </p:spTree>
    <p:extLst>
      <p:ext uri="{BB962C8B-B14F-4D97-AF65-F5344CB8AC3E}">
        <p14:creationId xmlns:p14="http://schemas.microsoft.com/office/powerpoint/2010/main" val="11917652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最终验收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六项全部通过，才算完成实飞验收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 实飞测试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无桨与投放空载完成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故障注入和两路机构记录完整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人工首飞稳定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计算板、相机、供电和日志无异常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方向正确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与真实方向一致，并由第二人复核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Action 分项可停止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保守参数下单独验证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失败不保留旧运动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丢目标、断链、Stop 与失败退出均通过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完整任务受控完成一次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起降、识别、投放、侦察、返航和日志可追溯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比赛清单应打印或转成可签字的队伍版本。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223">
            <a:extLst xmlns:a="http://schemas.openxmlformats.org/drawingml/2006/main">
              <a:ext uri="{FF2B5EF4-FFF2-40B4-BE49-F238E27FC236}">
                <a16:creationId xmlns:a16="http://schemas.microsoft.com/office/drawing/2014/main" id="{979A7CCA-0E0F-4BA2-89BA-D97034B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完成门禁</a:t>
            </a:r>
          </a:p>
        </p:txBody>
      </p:sp>
      <p:sp>
        <p:nvSpPr>
          <p:cNvPr id="2" name="text-0224">
            <a:extLst xmlns:a="http://schemas.openxmlformats.org/drawingml/2006/main">
              <a:ext uri="{FF2B5EF4-FFF2-40B4-BE49-F238E27FC236}">
                <a16:creationId xmlns:a16="http://schemas.microsoft.com/office/drawing/2014/main" id="{6D1CE7D9-AC4B-4C3F-9C28-03235D7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实飞验收通过，才进入比赛任务设计</a:t>
            </a:r>
          </a:p>
        </p:txBody>
      </p:sp>
      <p:sp>
        <p:nvSpPr>
          <p:cNvPr id="3" name="text-0225">
            <a:extLst xmlns:a="http://schemas.openxmlformats.org/drawingml/2006/main">
              <a:ext uri="{FF2B5EF4-FFF2-40B4-BE49-F238E27FC236}">
                <a16:creationId xmlns:a16="http://schemas.microsoft.com/office/drawing/2014/main" id="{DEFC3D67-7F3C-4932-891C-7C62FE4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基础</a:t>
            </a:r>
          </a:p>
        </p:txBody>
      </p:sp>
      <p:sp>
        <p:nvSpPr>
          <p:cNvPr id="4" name="shape-0226">
            <a:extLst xmlns:a="http://schemas.openxmlformats.org/drawingml/2006/main">
              <a:ext uri="{FF2B5EF4-FFF2-40B4-BE49-F238E27FC236}">
                <a16:creationId xmlns:a16="http://schemas.microsoft.com/office/drawing/2014/main" id="{C7B94239-57D3-4D04-A2A7-1AB3C8C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227">
            <a:extLst xmlns:a="http://schemas.openxmlformats.org/drawingml/2006/main">
              <a:ext uri="{FF2B5EF4-FFF2-40B4-BE49-F238E27FC236}">
                <a16:creationId xmlns:a16="http://schemas.microsoft.com/office/drawing/2014/main" id="{FE5B2726-238D-48B8-8074-49241BE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无桨故障注入与投放空载完成</a:t>
            </a:r>
          </a:p>
        </p:txBody>
      </p:sp>
      <p:sp>
        <p:nvSpPr>
          <p:cNvPr id="6" name="shape-0228">
            <a:extLst xmlns:a="http://schemas.openxmlformats.org/drawingml/2006/main">
              <a:ext uri="{FF2B5EF4-FFF2-40B4-BE49-F238E27FC236}">
                <a16:creationId xmlns:a16="http://schemas.microsoft.com/office/drawing/2014/main" id="{3080E355-BACC-41A3-BFBB-2DAA19A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229">
            <a:extLst xmlns:a="http://schemas.openxmlformats.org/drawingml/2006/main">
              <a:ext uri="{FF2B5EF4-FFF2-40B4-BE49-F238E27FC236}">
                <a16:creationId xmlns:a16="http://schemas.microsoft.com/office/drawing/2014/main" id="{658C7908-6CA4-4784-9D53-90A5C43F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人工首飞稳定</a:t>
            </a:r>
          </a:p>
        </p:txBody>
      </p:sp>
      <p:sp>
        <p:nvSpPr>
          <p:cNvPr id="8" name="shape-0230">
            <a:extLst xmlns:a="http://schemas.openxmlformats.org/drawingml/2006/main">
              <a:ext uri="{FF2B5EF4-FFF2-40B4-BE49-F238E27FC236}">
                <a16:creationId xmlns:a16="http://schemas.microsoft.com/office/drawing/2014/main" id="{C838D9CB-532C-4871-B73F-9C351F5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31">
            <a:extLst xmlns:a="http://schemas.openxmlformats.org/drawingml/2006/main">
              <a:ext uri="{FF2B5EF4-FFF2-40B4-BE49-F238E27FC236}">
                <a16:creationId xmlns:a16="http://schemas.microsoft.com/office/drawing/2014/main" id="{34FE08BF-73D6-445B-8945-49C3278A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已双人复核</a:t>
            </a:r>
          </a:p>
        </p:txBody>
      </p:sp>
      <p:sp>
        <p:nvSpPr>
          <p:cNvPr id="10" name="shape-0232">
            <a:extLst xmlns:a="http://schemas.openxmlformats.org/drawingml/2006/main">
              <a:ext uri="{FF2B5EF4-FFF2-40B4-BE49-F238E27FC236}">
                <a16:creationId xmlns:a16="http://schemas.microsoft.com/office/drawing/2014/main" id="{5434B201-ECC0-4F29-BE46-A58D65E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33">
            <a:extLst xmlns:a="http://schemas.openxmlformats.org/drawingml/2006/main">
              <a:ext uri="{FF2B5EF4-FFF2-40B4-BE49-F238E27FC236}">
                <a16:creationId xmlns:a16="http://schemas.microsoft.com/office/drawing/2014/main" id="{83F0591D-25A6-4D45-9015-EBDDE01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自动</a:t>
            </a:r>
          </a:p>
        </p:txBody>
      </p:sp>
      <p:sp>
        <p:nvSpPr>
          <p:cNvPr id="12" name="shape-0234">
            <a:extLst xmlns:a="http://schemas.openxmlformats.org/drawingml/2006/main">
              <a:ext uri="{FF2B5EF4-FFF2-40B4-BE49-F238E27FC236}">
                <a16:creationId xmlns:a16="http://schemas.microsoft.com/office/drawing/2014/main" id="{15AAE908-9A3F-4605-AD44-0348ABBB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35">
            <a:extLst xmlns:a="http://schemas.openxmlformats.org/drawingml/2006/main">
              <a:ext uri="{FF2B5EF4-FFF2-40B4-BE49-F238E27FC236}">
                <a16:creationId xmlns:a16="http://schemas.microsoft.com/office/drawing/2014/main" id="{5F12F4B6-6AEA-40A6-B597-A0B964C9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Action 风险阶梯已完成</a:t>
            </a:r>
          </a:p>
        </p:txBody>
      </p:sp>
      <p:sp>
        <p:nvSpPr>
          <p:cNvPr id="14" name="shape-0236">
            <a:extLst xmlns:a="http://schemas.openxmlformats.org/drawingml/2006/main">
              <a:ext uri="{FF2B5EF4-FFF2-40B4-BE49-F238E27FC236}">
                <a16:creationId xmlns:a16="http://schemas.microsoft.com/office/drawing/2014/main" id="{34ADCB67-BE77-441B-9A74-E52DD9E9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237">
            <a:extLst xmlns:a="http://schemas.openxmlformats.org/drawingml/2006/main">
              <a:ext uri="{FF2B5EF4-FFF2-40B4-BE49-F238E27FC236}">
                <a16:creationId xmlns:a16="http://schemas.microsoft.com/office/drawing/2014/main" id="{8DCE8FEC-3FE2-49F3-A0D3-75773A2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失败路径清除旧运动</a:t>
            </a:r>
          </a:p>
        </p:txBody>
      </p:sp>
      <p:sp>
        <p:nvSpPr>
          <p:cNvPr id="16" name="shape-0238">
            <a:extLst xmlns:a="http://schemas.openxmlformats.org/drawingml/2006/main">
              <a:ext uri="{FF2B5EF4-FFF2-40B4-BE49-F238E27FC236}">
                <a16:creationId xmlns:a16="http://schemas.microsoft.com/office/drawing/2014/main" id="{386214E2-6C14-4659-931C-9BC1509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239">
            <a:extLst xmlns:a="http://schemas.openxmlformats.org/drawingml/2006/main">
              <a:ext uri="{FF2B5EF4-FFF2-40B4-BE49-F238E27FC236}">
                <a16:creationId xmlns:a16="http://schemas.microsoft.com/office/drawing/2014/main" id="{EF646540-1DF2-4CF6-B5A7-257CDF04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完整任务受控完成一次</a:t>
            </a:r>
          </a:p>
        </p:txBody>
      </p:sp>
      <p:sp>
        <p:nvSpPr>
          <p:cNvPr id="18" name="shape-0240">
            <a:extLst xmlns:a="http://schemas.openxmlformats.org/drawingml/2006/main">
              <a:ext uri="{FF2B5EF4-FFF2-40B4-BE49-F238E27FC236}">
                <a16:creationId xmlns:a16="http://schemas.microsoft.com/office/drawing/2014/main" id="{1CC1802C-A583-45E7-A656-F957774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41">
            <a:extLst xmlns:a="http://schemas.openxmlformats.org/drawingml/2006/main">
              <a:ext uri="{FF2B5EF4-FFF2-40B4-BE49-F238E27FC236}">
                <a16:creationId xmlns:a16="http://schemas.microsoft.com/office/drawing/2014/main" id="{3349CF49-EC77-41B3-BF84-040A6AB3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比赛日</a:t>
            </a:r>
          </a:p>
        </p:txBody>
      </p:sp>
      <p:sp>
        <p:nvSpPr>
          <p:cNvPr id="20" name="shape-0242">
            <a:extLst xmlns:a="http://schemas.openxmlformats.org/drawingml/2006/main">
              <a:ext uri="{FF2B5EF4-FFF2-40B4-BE49-F238E27FC236}">
                <a16:creationId xmlns:a16="http://schemas.microsoft.com/office/drawing/2014/main" id="{F76DD259-FAC1-43E2-B11F-5D5FE69B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243">
            <a:extLst xmlns:a="http://schemas.openxmlformats.org/drawingml/2006/main">
              <a:ext uri="{FF2B5EF4-FFF2-40B4-BE49-F238E27FC236}">
                <a16:creationId xmlns:a16="http://schemas.microsoft.com/office/drawing/2014/main" id="{D3BAA63C-3666-48A2-B589-8118EE4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清单可签字、版本可追溯</a:t>
            </a:r>
          </a:p>
        </p:txBody>
      </p:sp>
      <p:sp>
        <p:nvSpPr>
          <p:cNvPr id="22" name="shape-0244">
            <a:extLst xmlns:a="http://schemas.openxmlformats.org/drawingml/2006/main">
              <a:ext uri="{FF2B5EF4-FFF2-40B4-BE49-F238E27FC236}">
                <a16:creationId xmlns:a16="http://schemas.microsoft.com/office/drawing/2014/main" id="{5C6BFC65-4B76-42FF-A7CD-1D29F9D3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245">
            <a:extLst xmlns:a="http://schemas.openxmlformats.org/drawingml/2006/main">
              <a:ext uri="{FF2B5EF4-FFF2-40B4-BE49-F238E27FC236}">
                <a16:creationId xmlns:a16="http://schemas.microsoft.com/office/drawing/2014/main" id="{5039A5A8-D0A8-4EC7-B05E-36735F5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SEND 与 REAL run 门禁受控</a:t>
            </a:r>
          </a:p>
        </p:txBody>
      </p:sp>
      <p:sp>
        <p:nvSpPr>
          <p:cNvPr id="24" name="shape-0246">
            <a:extLst xmlns:a="http://schemas.openxmlformats.org/drawingml/2006/main">
              <a:ext uri="{FF2B5EF4-FFF2-40B4-BE49-F238E27FC236}">
                <a16:creationId xmlns:a16="http://schemas.microsoft.com/office/drawing/2014/main" id="{DEDADAAF-A0CF-4A44-B64A-4D30C2B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247">
            <a:extLst xmlns:a="http://schemas.openxmlformats.org/drawingml/2006/main">
              <a:ext uri="{FF2B5EF4-FFF2-40B4-BE49-F238E27FC236}">
                <a16:creationId xmlns:a16="http://schemas.microsoft.com/office/drawing/2014/main" id="{62FF969E-56C4-47D4-9249-C476B97E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日志与录像已保存</a:t>
            </a:r>
          </a:p>
        </p:txBody>
      </p:sp>
      <p:sp>
        <p:nvSpPr>
          <p:cNvPr id="26" name="shape-0248">
            <a:extLst xmlns:a="http://schemas.openxmlformats.org/drawingml/2006/main">
              <a:ext uri="{FF2B5EF4-FFF2-40B4-BE49-F238E27FC236}">
                <a16:creationId xmlns:a16="http://schemas.microsoft.com/office/drawing/2014/main" id="{5DC0EF38-37EA-46DF-88BC-8FE73037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249">
            <a:extLst xmlns:a="http://schemas.openxmlformats.org/drawingml/2006/main">
              <a:ext uri="{FF2B5EF4-FFF2-40B4-BE49-F238E27FC236}">
                <a16:creationId xmlns:a16="http://schemas.microsoft.com/office/drawing/2014/main" id="{D19593F9-3764-4DC8-9C3D-83C41AD1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下一章：比赛任务设计</a:t>
            </a:r>
          </a:p>
        </p:txBody>
      </p:sp>
    </p:spTree>
    <p:extLst>
      <p:ext uri="{BB962C8B-B14F-4D97-AF65-F5344CB8AC3E}">
        <p14:creationId xmlns:p14="http://schemas.microsoft.com/office/powerpoint/2010/main" val="1557744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2026-08-15T17:17:05.2000000Z</dcterms:created>
  <dcterms:modified xsi:type="dcterms:W3CDTF">2026-08-15T17:17:05.2000000Z</dcterms:modified>
</coreProperties>
</file>